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changesInfos/changesInfo1.xml" ContentType="application/vnd.ms-powerpoint.changesinfo+xml"/>
  <Override PartName="/ppt/authors.xml" ContentType="application/vnd.ms-powerpoint.author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21" r:id="rId4"/>
    <p:sldMasterId id="2147483941" r:id="rId5"/>
  </p:sldMasterIdLst>
  <p:notesMasterIdLst>
    <p:notesMasterId r:id="rId14"/>
  </p:notesMasterIdLst>
  <p:handoutMasterIdLst>
    <p:handoutMasterId r:id="rId15"/>
  </p:handoutMasterIdLst>
  <p:sldIdLst>
    <p:sldId id="2147479510" r:id="rId6"/>
    <p:sldId id="2147478866" r:id="rId7"/>
    <p:sldId id="2147478862" r:id="rId8"/>
    <p:sldId id="2147478861" r:id="rId9"/>
    <p:sldId id="2147478864" r:id="rId10"/>
    <p:sldId id="2147478840" r:id="rId11"/>
    <p:sldId id="2147479512" r:id="rId12"/>
    <p:sldId id="21474788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 userDrawn="1">
          <p15:clr>
            <a:srgbClr val="A4A3A4"/>
          </p15:clr>
        </p15:guide>
        <p15:guide id="2" orient="horz" pos="3480" userDrawn="1">
          <p15:clr>
            <a:srgbClr val="A4A3A4"/>
          </p15:clr>
        </p15:guide>
        <p15:guide id="3" orient="horz" pos="1968" userDrawn="1">
          <p15:clr>
            <a:srgbClr val="A4A3A4"/>
          </p15:clr>
        </p15:guide>
        <p15:guide id="4"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0FE45A-7076-C060-3926-02C230FFCD7B}" name="Gartner, David (Cognizant)" initials="GD(" userId="S::930056@cognizant.com::31109c44-657a-4c1f-917c-0cd2083250d2" providerId="AD"/>
  <p188:author id="{8A5BD095-9E65-7BE9-45FB-30FB8BB32066}" name="U V, Suma (Cognizant)" initials="UVS(" userId="S::130507@cognizant.com::4f7947b8-3b59-458a-ab0c-e8875a4c651f" providerId="AD"/>
  <p188:author id="{99F93FB6-C18C-5FBA-5487-DBE9A471B604}" name="Jennifer Kelly" initials="JK" userId="c+VufwqJC72uMbGB6Qy3ESl4lWVfVYW4DP6fjOUmpX4=" providerId="None"/>
  <p188:author id="{AFF83BBF-8DC2-56B1-7D97-F4B62A6558D1}" name="Holsinger, Sophie (Contractor)" initials="H(" userId="qSv0elhcSqVZ6Und2jvxKda9UaW6eolhxm7dQQjF6aw=" providerId="None"/>
  <p188:author id="{0DF45BD4-5C8A-2E2D-FEE5-54A7402B3C0A}" name="Michelle Loeb" initials="ML" userId="y5thoKV0uDjaThbJPgxbMhWQvDJapLNicr5yuEWdci8=" providerId="None"/>
  <p188:author id="{561DB6D9-3341-C508-291F-4E7B425C4BEE}" name="La Cascia, Lynne (Cognizant)" initials="L(" userId="XzsV+nJzGmSCzj+6LOZ0MUrq7QBF9d0P2TCBTjMm7P4="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ikki Feuerstein" initials="RF" lastIdx="118" clrIdx="0">
    <p:extLst>
      <p:ext uri="{19B8F6BF-5375-455C-9EA6-DF929625EA0E}">
        <p15:presenceInfo xmlns:p15="http://schemas.microsoft.com/office/powerpoint/2012/main" userId="9696b6c1086d6638" providerId="Windows Live"/>
      </p:ext>
    </p:extLst>
  </p:cmAuthor>
  <p:cmAuthor id="2" name="Alex DiMaio" initials="AD" lastIdx="327" clrIdx="1">
    <p:extLst>
      <p:ext uri="{19B8F6BF-5375-455C-9EA6-DF929625EA0E}">
        <p15:presenceInfo xmlns:p15="http://schemas.microsoft.com/office/powerpoint/2012/main" userId="S::adimaio@tenetpartner.onmicrosoft.com::b1481f74-343d-4e6b-b114-ca2ded61f9f6" providerId="AD"/>
      </p:ext>
    </p:extLst>
  </p:cmAuthor>
  <p:cmAuthor id="3" name="Microsoft Office User" initials="MOU" lastIdx="4" clrIdx="2"/>
  <p:cmAuthor id="4" name="Gartner, David (Cognizant)" initials="GD(" lastIdx="61" clrIdx="3">
    <p:extLst>
      <p:ext uri="{19B8F6BF-5375-455C-9EA6-DF929625EA0E}">
        <p15:presenceInfo xmlns:p15="http://schemas.microsoft.com/office/powerpoint/2012/main" userId="S::930056@cognizant.com::31109c44-657a-4c1f-917c-0cd2083250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48"/>
    <a:srgbClr val="05819B"/>
    <a:srgbClr val="0ED1D3"/>
    <a:srgbClr val="E2FDFE"/>
    <a:srgbClr val="26EFE9"/>
    <a:srgbClr val="23ECE7"/>
    <a:srgbClr val="1EE5E2"/>
    <a:srgbClr val="19DEDD"/>
    <a:srgbClr val="16DBDB"/>
    <a:srgbClr val="13D8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AF47B0-6D3A-47B7-B973-60B50A6D1901}" v="2" dt="2026-04-30T09:15:23.7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466" y="72"/>
      </p:cViewPr>
      <p:guideLst>
        <p:guide orient="horz" pos="1584"/>
        <p:guide orient="horz" pos="3480"/>
        <p:guide orient="horz" pos="196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ajani, Shilpa (Cognizant)" userId="62aaff1f-caee-40e5-96dc-190d037703a8" providerId="ADAL" clId="{430B2AE5-3B0C-4108-BD7A-4936B4CC4D4B}"/>
    <pc:docChg chg="undo custSel addSld delSld modSld">
      <pc:chgData name="Mahajani, Shilpa (Cognizant)" userId="62aaff1f-caee-40e5-96dc-190d037703a8" providerId="ADAL" clId="{430B2AE5-3B0C-4108-BD7A-4936B4CC4D4B}" dt="2026-04-30T09:31:21.380" v="350" actId="6549"/>
      <pc:docMkLst>
        <pc:docMk/>
      </pc:docMkLst>
      <pc:sldChg chg="addSp modSp mod">
        <pc:chgData name="Mahajani, Shilpa (Cognizant)" userId="62aaff1f-caee-40e5-96dc-190d037703a8" providerId="ADAL" clId="{430B2AE5-3B0C-4108-BD7A-4936B4CC4D4B}" dt="2026-04-30T09:17:54.656" v="273" actId="20577"/>
        <pc:sldMkLst>
          <pc:docMk/>
          <pc:sldMk cId="1692409699" sldId="2147478840"/>
        </pc:sldMkLst>
        <pc:spChg chg="mod">
          <ac:chgData name="Mahajani, Shilpa (Cognizant)" userId="62aaff1f-caee-40e5-96dc-190d037703a8" providerId="ADAL" clId="{430B2AE5-3B0C-4108-BD7A-4936B4CC4D4B}" dt="2026-04-30T09:15:11.964" v="62" actId="20577"/>
          <ac:spMkLst>
            <pc:docMk/>
            <pc:sldMk cId="1692409699" sldId="2147478840"/>
            <ac:spMk id="2" creationId="{9AEF96AF-1BDE-CA50-83C7-1B179E095FE4}"/>
          </ac:spMkLst>
        </pc:spChg>
        <pc:spChg chg="add mod">
          <ac:chgData name="Mahajani, Shilpa (Cognizant)" userId="62aaff1f-caee-40e5-96dc-190d037703a8" providerId="ADAL" clId="{430B2AE5-3B0C-4108-BD7A-4936B4CC4D4B}" dt="2026-04-30T09:17:54.656" v="273" actId="20577"/>
          <ac:spMkLst>
            <pc:docMk/>
            <pc:sldMk cId="1692409699" sldId="2147478840"/>
            <ac:spMk id="5" creationId="{E5BFA9A4-82DF-CA0C-6363-02CC5EABC328}"/>
          </ac:spMkLst>
        </pc:spChg>
      </pc:sldChg>
      <pc:sldChg chg="modSp mod">
        <pc:chgData name="Mahajani, Shilpa (Cognizant)" userId="62aaff1f-caee-40e5-96dc-190d037703a8" providerId="ADAL" clId="{430B2AE5-3B0C-4108-BD7A-4936B4CC4D4B}" dt="2026-04-30T09:19:18.600" v="334" actId="5793"/>
        <pc:sldMkLst>
          <pc:docMk/>
          <pc:sldMk cId="1621771122" sldId="2147478868"/>
        </pc:sldMkLst>
        <pc:spChg chg="mod">
          <ac:chgData name="Mahajani, Shilpa (Cognizant)" userId="62aaff1f-caee-40e5-96dc-190d037703a8" providerId="ADAL" clId="{430B2AE5-3B0C-4108-BD7A-4936B4CC4D4B}" dt="2026-04-30T09:19:18.600" v="334" actId="5793"/>
          <ac:spMkLst>
            <pc:docMk/>
            <pc:sldMk cId="1621771122" sldId="2147478868"/>
            <ac:spMk id="3" creationId="{B9D3E6B1-B08F-36CE-AA34-D14644CDA9DB}"/>
          </ac:spMkLst>
        </pc:spChg>
        <pc:graphicFrameChg chg="modGraphic">
          <ac:chgData name="Mahajani, Shilpa (Cognizant)" userId="62aaff1f-caee-40e5-96dc-190d037703a8" providerId="ADAL" clId="{430B2AE5-3B0C-4108-BD7A-4936B4CC4D4B}" dt="2026-04-30T03:23:24.296" v="1" actId="6549"/>
          <ac:graphicFrameMkLst>
            <pc:docMk/>
            <pc:sldMk cId="1621771122" sldId="2147478868"/>
            <ac:graphicFrameMk id="2" creationId="{CABFBCDB-6D14-DFB5-9953-30A1A07148A6}"/>
          </ac:graphicFrameMkLst>
        </pc:graphicFrameChg>
      </pc:sldChg>
      <pc:sldChg chg="modSp mod">
        <pc:chgData name="Mahajani, Shilpa (Cognizant)" userId="62aaff1f-caee-40e5-96dc-190d037703a8" providerId="ADAL" clId="{430B2AE5-3B0C-4108-BD7A-4936B4CC4D4B}" dt="2026-04-30T09:31:21.380" v="350" actId="6549"/>
        <pc:sldMkLst>
          <pc:docMk/>
          <pc:sldMk cId="4049997883" sldId="2147479510"/>
        </pc:sldMkLst>
        <pc:spChg chg="mod">
          <ac:chgData name="Mahajani, Shilpa (Cognizant)" userId="62aaff1f-caee-40e5-96dc-190d037703a8" providerId="ADAL" clId="{430B2AE5-3B0C-4108-BD7A-4936B4CC4D4B}" dt="2026-04-30T09:31:21.380" v="350" actId="6549"/>
          <ac:spMkLst>
            <pc:docMk/>
            <pc:sldMk cId="4049997883" sldId="2147479510"/>
            <ac:spMk id="2" creationId="{8FCC2E60-57B6-1161-2BEC-AEB5B3562B80}"/>
          </ac:spMkLst>
        </pc:spChg>
        <pc:spChg chg="mod">
          <ac:chgData name="Mahajani, Shilpa (Cognizant)" userId="62aaff1f-caee-40e5-96dc-190d037703a8" providerId="ADAL" clId="{430B2AE5-3B0C-4108-BD7A-4936B4CC4D4B}" dt="2026-04-30T09:12:19.500" v="22" actId="20577"/>
          <ac:spMkLst>
            <pc:docMk/>
            <pc:sldMk cId="4049997883" sldId="2147479510"/>
            <ac:spMk id="3" creationId="{C05D5327-9268-AC36-16BC-D3D4B4F25D4B}"/>
          </ac:spMkLst>
        </pc:spChg>
      </pc:sldChg>
      <pc:sldChg chg="add del">
        <pc:chgData name="Mahajani, Shilpa (Cognizant)" userId="62aaff1f-caee-40e5-96dc-190d037703a8" providerId="ADAL" clId="{430B2AE5-3B0C-4108-BD7A-4936B4CC4D4B}" dt="2026-04-30T09:14:31.433" v="25" actId="47"/>
        <pc:sldMkLst>
          <pc:docMk/>
          <pc:sldMk cId="2217424851" sldId="2147479511"/>
        </pc:sldMkLst>
      </pc:sldChg>
      <pc:sldChg chg="add">
        <pc:chgData name="Mahajani, Shilpa (Cognizant)" userId="62aaff1f-caee-40e5-96dc-190d037703a8" providerId="ADAL" clId="{430B2AE5-3B0C-4108-BD7A-4936B4CC4D4B}" dt="2026-04-30T09:14:27.875" v="24" actId="2890"/>
        <pc:sldMkLst>
          <pc:docMk/>
          <pc:sldMk cId="414849008" sldId="2147479512"/>
        </pc:sldMkLst>
      </pc:sldChg>
    </pc:docChg>
  </pc:docChgLst>
  <pc:docChgLst>
    <pc:chgData name="Manne, Divya (Cognizant)" userId="60e18ec0-6c07-4a7f-a379-fd70960fca06" providerId="ADAL" clId="{6A5B17D5-BAE1-4AD9-A33B-721F75746DF0}"/>
    <pc:docChg chg="undo custSel addSld delSld modSld sldOrd modMainMaster">
      <pc:chgData name="Manne, Divya (Cognizant)" userId="60e18ec0-6c07-4a7f-a379-fd70960fca06" providerId="ADAL" clId="{6A5B17D5-BAE1-4AD9-A33B-721F75746DF0}" dt="2026-04-28T13:43:00.504" v="820" actId="20577"/>
      <pc:docMkLst>
        <pc:docMk/>
      </pc:docMkLst>
      <pc:sldChg chg="modSp mod">
        <pc:chgData name="Manne, Divya (Cognizant)" userId="60e18ec0-6c07-4a7f-a379-fd70960fca06" providerId="ADAL" clId="{6A5B17D5-BAE1-4AD9-A33B-721F75746DF0}" dt="2026-04-28T13:33:03.574" v="769" actId="20577"/>
        <pc:sldMkLst>
          <pc:docMk/>
          <pc:sldMk cId="1692409699" sldId="2147478840"/>
        </pc:sldMkLst>
        <pc:spChg chg="mod">
          <ac:chgData name="Manne, Divya (Cognizant)" userId="60e18ec0-6c07-4a7f-a379-fd70960fca06" providerId="ADAL" clId="{6A5B17D5-BAE1-4AD9-A33B-721F75746DF0}" dt="2026-04-28T13:33:03.574" v="769" actId="20577"/>
          <ac:spMkLst>
            <pc:docMk/>
            <pc:sldMk cId="1692409699" sldId="2147478840"/>
            <ac:spMk id="3" creationId="{16E02A26-20BE-A868-1EF4-0D5B5AD7DAE4}"/>
          </ac:spMkLst>
        </pc:spChg>
      </pc:sldChg>
      <pc:sldChg chg="modSp mod">
        <pc:chgData name="Manne, Divya (Cognizant)" userId="60e18ec0-6c07-4a7f-a379-fd70960fca06" providerId="ADAL" clId="{6A5B17D5-BAE1-4AD9-A33B-721F75746DF0}" dt="2026-04-28T13:42:55.418" v="818" actId="6549"/>
        <pc:sldMkLst>
          <pc:docMk/>
          <pc:sldMk cId="509997513" sldId="2147478861"/>
        </pc:sldMkLst>
        <pc:spChg chg="mod">
          <ac:chgData name="Manne, Divya (Cognizant)" userId="60e18ec0-6c07-4a7f-a379-fd70960fca06" providerId="ADAL" clId="{6A5B17D5-BAE1-4AD9-A33B-721F75746DF0}" dt="2026-04-28T13:42:55.418" v="818" actId="6549"/>
          <ac:spMkLst>
            <pc:docMk/>
            <pc:sldMk cId="509997513" sldId="2147478861"/>
            <ac:spMk id="4" creationId="{B4F5D635-C241-439F-EEBB-4A22AD40DB38}"/>
          </ac:spMkLst>
        </pc:spChg>
        <pc:spChg chg="mod">
          <ac:chgData name="Manne, Divya (Cognizant)" userId="60e18ec0-6c07-4a7f-a379-fd70960fca06" providerId="ADAL" clId="{6A5B17D5-BAE1-4AD9-A33B-721F75746DF0}" dt="2026-04-28T13:12:46.915" v="350" actId="20577"/>
          <ac:spMkLst>
            <pc:docMk/>
            <pc:sldMk cId="509997513" sldId="2147478861"/>
            <ac:spMk id="5" creationId="{4467C894-31FD-77B9-DD8C-EDB961BCFBDC}"/>
          </ac:spMkLst>
        </pc:spChg>
        <pc:spChg chg="mod">
          <ac:chgData name="Manne, Divya (Cognizant)" userId="60e18ec0-6c07-4a7f-a379-fd70960fca06" providerId="ADAL" clId="{6A5B17D5-BAE1-4AD9-A33B-721F75746DF0}" dt="2026-04-28T13:25:26.333" v="691" actId="20577"/>
          <ac:spMkLst>
            <pc:docMk/>
            <pc:sldMk cId="509997513" sldId="2147478861"/>
            <ac:spMk id="6" creationId="{EA4A1186-2DC0-71F3-F90D-A7CEECC535A5}"/>
          </ac:spMkLst>
        </pc:spChg>
      </pc:sldChg>
      <pc:sldChg chg="modSp mod ord">
        <pc:chgData name="Manne, Divya (Cognizant)" userId="60e18ec0-6c07-4a7f-a379-fd70960fca06" providerId="ADAL" clId="{6A5B17D5-BAE1-4AD9-A33B-721F75746DF0}" dt="2026-04-28T13:42:51.059" v="817" actId="20577"/>
        <pc:sldMkLst>
          <pc:docMk/>
          <pc:sldMk cId="1810024183" sldId="2147478862"/>
        </pc:sldMkLst>
        <pc:spChg chg="mod">
          <ac:chgData name="Manne, Divya (Cognizant)" userId="60e18ec0-6c07-4a7f-a379-fd70960fca06" providerId="ADAL" clId="{6A5B17D5-BAE1-4AD9-A33B-721F75746DF0}" dt="2026-04-28T13:42:51.059" v="817" actId="20577"/>
          <ac:spMkLst>
            <pc:docMk/>
            <pc:sldMk cId="1810024183" sldId="2147478862"/>
            <ac:spMk id="4" creationId="{59F17DB3-EA65-1A10-EB44-623354548EE5}"/>
          </ac:spMkLst>
        </pc:spChg>
        <pc:spChg chg="mod">
          <ac:chgData name="Manne, Divya (Cognizant)" userId="60e18ec0-6c07-4a7f-a379-fd70960fca06" providerId="ADAL" clId="{6A5B17D5-BAE1-4AD9-A33B-721F75746DF0}" dt="2026-04-28T13:37:11.071" v="791" actId="14100"/>
          <ac:spMkLst>
            <pc:docMk/>
            <pc:sldMk cId="1810024183" sldId="2147478862"/>
            <ac:spMk id="5" creationId="{525EBED6-B2DB-B91B-284D-B232A7F40575}"/>
          </ac:spMkLst>
        </pc:spChg>
        <pc:spChg chg="mod">
          <ac:chgData name="Manne, Divya (Cognizant)" userId="60e18ec0-6c07-4a7f-a379-fd70960fca06" providerId="ADAL" clId="{6A5B17D5-BAE1-4AD9-A33B-721F75746DF0}" dt="2026-04-28T13:36:44.391" v="789" actId="1035"/>
          <ac:spMkLst>
            <pc:docMk/>
            <pc:sldMk cId="1810024183" sldId="2147478862"/>
            <ac:spMk id="6" creationId="{F293E2CD-A5B9-36EA-2CDA-4A9098BC00B6}"/>
          </ac:spMkLst>
        </pc:spChg>
        <pc:spChg chg="mod">
          <ac:chgData name="Manne, Divya (Cognizant)" userId="60e18ec0-6c07-4a7f-a379-fd70960fca06" providerId="ADAL" clId="{6A5B17D5-BAE1-4AD9-A33B-721F75746DF0}" dt="2026-04-28T13:26:48.338" v="701" actId="20577"/>
          <ac:spMkLst>
            <pc:docMk/>
            <pc:sldMk cId="1810024183" sldId="2147478862"/>
            <ac:spMk id="9" creationId="{65185B65-BFBE-8996-BFCB-A93D2E21224C}"/>
          </ac:spMkLst>
        </pc:spChg>
        <pc:spChg chg="mod">
          <ac:chgData name="Manne, Divya (Cognizant)" userId="60e18ec0-6c07-4a7f-a379-fd70960fca06" providerId="ADAL" clId="{6A5B17D5-BAE1-4AD9-A33B-721F75746DF0}" dt="2026-04-28T13:36:06.967" v="787" actId="1038"/>
          <ac:spMkLst>
            <pc:docMk/>
            <pc:sldMk cId="1810024183" sldId="2147478862"/>
            <ac:spMk id="11" creationId="{EA194955-6208-156E-96F5-58AEA47DF8BA}"/>
          </ac:spMkLst>
        </pc:spChg>
      </pc:sldChg>
      <pc:sldChg chg="modSp mod">
        <pc:chgData name="Manne, Divya (Cognizant)" userId="60e18ec0-6c07-4a7f-a379-fd70960fca06" providerId="ADAL" clId="{6A5B17D5-BAE1-4AD9-A33B-721F75746DF0}" dt="2026-04-28T13:43:00.504" v="820" actId="20577"/>
        <pc:sldMkLst>
          <pc:docMk/>
          <pc:sldMk cId="442285154" sldId="2147478864"/>
        </pc:sldMkLst>
        <pc:spChg chg="mod">
          <ac:chgData name="Manne, Divya (Cognizant)" userId="60e18ec0-6c07-4a7f-a379-fd70960fca06" providerId="ADAL" clId="{6A5B17D5-BAE1-4AD9-A33B-721F75746DF0}" dt="2026-04-28T13:43:00.504" v="820" actId="20577"/>
          <ac:spMkLst>
            <pc:docMk/>
            <pc:sldMk cId="442285154" sldId="2147478864"/>
            <ac:spMk id="4" creationId="{F3159DA6-B2BF-8792-AD1F-23DAFC8914D2}"/>
          </ac:spMkLst>
        </pc:spChg>
        <pc:spChg chg="mod">
          <ac:chgData name="Manne, Divya (Cognizant)" userId="60e18ec0-6c07-4a7f-a379-fd70960fca06" providerId="ADAL" clId="{6A5B17D5-BAE1-4AD9-A33B-721F75746DF0}" dt="2026-04-28T13:26:56.521" v="705" actId="20577"/>
          <ac:spMkLst>
            <pc:docMk/>
            <pc:sldMk cId="442285154" sldId="2147478864"/>
            <ac:spMk id="5" creationId="{4714BA1E-65C7-7C9C-3F08-0D0484356266}"/>
          </ac:spMkLst>
        </pc:spChg>
        <pc:spChg chg="mod">
          <ac:chgData name="Manne, Divya (Cognizant)" userId="60e18ec0-6c07-4a7f-a379-fd70960fca06" providerId="ADAL" clId="{6A5B17D5-BAE1-4AD9-A33B-721F75746DF0}" dt="2026-04-28T13:21:37.071" v="562" actId="6549"/>
          <ac:spMkLst>
            <pc:docMk/>
            <pc:sldMk cId="442285154" sldId="2147478864"/>
            <ac:spMk id="6" creationId="{36AB9FD5-0256-0FA8-A120-BB544705251D}"/>
          </ac:spMkLst>
        </pc:spChg>
        <pc:spChg chg="mod">
          <ac:chgData name="Manne, Divya (Cognizant)" userId="60e18ec0-6c07-4a7f-a379-fd70960fca06" providerId="ADAL" clId="{6A5B17D5-BAE1-4AD9-A33B-721F75746DF0}" dt="2026-04-28T13:21:46.176" v="575" actId="20577"/>
          <ac:spMkLst>
            <pc:docMk/>
            <pc:sldMk cId="442285154" sldId="2147478864"/>
            <ac:spMk id="9" creationId="{5CF91496-85DD-D02F-082E-D49F7DFA647E}"/>
          </ac:spMkLst>
        </pc:spChg>
        <pc:spChg chg="mod">
          <ac:chgData name="Manne, Divya (Cognizant)" userId="60e18ec0-6c07-4a7f-a379-fd70960fca06" providerId="ADAL" clId="{6A5B17D5-BAE1-4AD9-A33B-721F75746DF0}" dt="2026-04-28T13:22:34.661" v="639" actId="20577"/>
          <ac:spMkLst>
            <pc:docMk/>
            <pc:sldMk cId="442285154" sldId="2147478864"/>
            <ac:spMk id="11" creationId="{FA7FA394-9C18-5BA5-A7E4-5BC0E1FA68C8}"/>
          </ac:spMkLst>
        </pc:spChg>
      </pc:sldChg>
      <pc:sldChg chg="delSp modSp mod">
        <pc:chgData name="Manne, Divya (Cognizant)" userId="60e18ec0-6c07-4a7f-a379-fd70960fca06" providerId="ADAL" clId="{6A5B17D5-BAE1-4AD9-A33B-721F75746DF0}" dt="2026-04-28T13:42:45.599" v="815" actId="6549"/>
        <pc:sldMkLst>
          <pc:docMk/>
          <pc:sldMk cId="1988725249" sldId="2147478866"/>
        </pc:sldMkLst>
        <pc:spChg chg="mod">
          <ac:chgData name="Manne, Divya (Cognizant)" userId="60e18ec0-6c07-4a7f-a379-fd70960fca06" providerId="ADAL" clId="{6A5B17D5-BAE1-4AD9-A33B-721F75746DF0}" dt="2026-04-28T13:42:45.599" v="815" actId="6549"/>
          <ac:spMkLst>
            <pc:docMk/>
            <pc:sldMk cId="1988725249" sldId="2147478866"/>
            <ac:spMk id="4" creationId="{7B6DD68C-8495-5A60-1BE1-C5F37EFBDA36}"/>
          </ac:spMkLst>
        </pc:spChg>
        <pc:spChg chg="mod">
          <ac:chgData name="Manne, Divya (Cognizant)" userId="60e18ec0-6c07-4a7f-a379-fd70960fca06" providerId="ADAL" clId="{6A5B17D5-BAE1-4AD9-A33B-721F75746DF0}" dt="2026-04-28T13:10:15.626" v="211" actId="20577"/>
          <ac:spMkLst>
            <pc:docMk/>
            <pc:sldMk cId="1988725249" sldId="2147478866"/>
            <ac:spMk id="5" creationId="{1144D771-232B-BF8B-99CB-FE62206D01F0}"/>
          </ac:spMkLst>
        </pc:spChg>
        <pc:spChg chg="mod">
          <ac:chgData name="Manne, Divya (Cognizant)" userId="60e18ec0-6c07-4a7f-a379-fd70960fca06" providerId="ADAL" clId="{6A5B17D5-BAE1-4AD9-A33B-721F75746DF0}" dt="2026-04-28T13:11:51.961" v="294" actId="20577"/>
          <ac:spMkLst>
            <pc:docMk/>
            <pc:sldMk cId="1988725249" sldId="2147478866"/>
            <ac:spMk id="6" creationId="{84C65C9D-AA15-5E74-6D9B-F3AD0A55B29C}"/>
          </ac:spMkLst>
        </pc:spChg>
        <pc:spChg chg="mod">
          <ac:chgData name="Manne, Divya (Cognizant)" userId="60e18ec0-6c07-4a7f-a379-fd70960fca06" providerId="ADAL" clId="{6A5B17D5-BAE1-4AD9-A33B-721F75746DF0}" dt="2026-04-28T13:12:07.741" v="314" actId="20577"/>
          <ac:spMkLst>
            <pc:docMk/>
            <pc:sldMk cId="1988725249" sldId="2147478866"/>
            <ac:spMk id="9" creationId="{EDC63FB0-4F2F-5940-C47A-29942B42D70B}"/>
          </ac:spMkLst>
        </pc:spChg>
        <pc:spChg chg="mod">
          <ac:chgData name="Manne, Divya (Cognizant)" userId="60e18ec0-6c07-4a7f-a379-fd70960fca06" providerId="ADAL" clId="{6A5B17D5-BAE1-4AD9-A33B-721F75746DF0}" dt="2026-04-28T13:32:20.501" v="765" actId="6549"/>
          <ac:spMkLst>
            <pc:docMk/>
            <pc:sldMk cId="1988725249" sldId="2147478866"/>
            <ac:spMk id="11" creationId="{F1CEA55F-2FE1-D4B5-990B-70972475C51F}"/>
          </ac:spMkLst>
        </pc:spChg>
      </pc:sldChg>
      <pc:sldChg chg="addSp delSp modSp mod ord">
        <pc:chgData name="Manne, Divya (Cognizant)" userId="60e18ec0-6c07-4a7f-a379-fd70960fca06" providerId="ADAL" clId="{6A5B17D5-BAE1-4AD9-A33B-721F75746DF0}" dt="2026-04-28T13:31:18.971" v="749" actId="20577"/>
        <pc:sldMkLst>
          <pc:docMk/>
          <pc:sldMk cId="1621771122" sldId="2147478868"/>
        </pc:sldMkLst>
        <pc:spChg chg="mod">
          <ac:chgData name="Manne, Divya (Cognizant)" userId="60e18ec0-6c07-4a7f-a379-fd70960fca06" providerId="ADAL" clId="{6A5B17D5-BAE1-4AD9-A33B-721F75746DF0}" dt="2026-04-28T13:27:13.828" v="717" actId="20577"/>
          <ac:spMkLst>
            <pc:docMk/>
            <pc:sldMk cId="1621771122" sldId="2147478868"/>
            <ac:spMk id="3" creationId="{B9D3E6B1-B08F-36CE-AA34-D14644CDA9DB}"/>
          </ac:spMkLst>
        </pc:spChg>
        <pc:spChg chg="mod">
          <ac:chgData name="Manne, Divya (Cognizant)" userId="60e18ec0-6c07-4a7f-a379-fd70960fca06" providerId="ADAL" clId="{6A5B17D5-BAE1-4AD9-A33B-721F75746DF0}" dt="2026-04-28T13:31:18.971" v="749" actId="20577"/>
          <ac:spMkLst>
            <pc:docMk/>
            <pc:sldMk cId="1621771122" sldId="2147478868"/>
            <ac:spMk id="4" creationId="{E54BC9E1-D819-BF58-D372-E1E469B82831}"/>
          </ac:spMkLst>
        </pc:spChg>
        <pc:graphicFrameChg chg="add mod modGraphic">
          <ac:chgData name="Manne, Divya (Cognizant)" userId="60e18ec0-6c07-4a7f-a379-fd70960fca06" providerId="ADAL" clId="{6A5B17D5-BAE1-4AD9-A33B-721F75746DF0}" dt="2026-04-28T13:31:10.231" v="747" actId="113"/>
          <ac:graphicFrameMkLst>
            <pc:docMk/>
            <pc:sldMk cId="1621771122" sldId="2147478868"/>
            <ac:graphicFrameMk id="2" creationId="{CABFBCDB-6D14-DFB5-9953-30A1A07148A6}"/>
          </ac:graphicFrameMkLst>
        </pc:graphicFrameChg>
      </pc:sldChg>
      <pc:sldChg chg="modSp add mod">
        <pc:chgData name="Manne, Divya (Cognizant)" userId="60e18ec0-6c07-4a7f-a379-fd70960fca06" providerId="ADAL" clId="{6A5B17D5-BAE1-4AD9-A33B-721F75746DF0}" dt="2026-04-28T12:39:09.500" v="188" actId="255"/>
        <pc:sldMkLst>
          <pc:docMk/>
          <pc:sldMk cId="4049997883" sldId="2147479510"/>
        </pc:sldMkLst>
        <pc:spChg chg="mod">
          <ac:chgData name="Manne, Divya (Cognizant)" userId="60e18ec0-6c07-4a7f-a379-fd70960fca06" providerId="ADAL" clId="{6A5B17D5-BAE1-4AD9-A33B-721F75746DF0}" dt="2026-04-28T12:39:09.500" v="188" actId="255"/>
          <ac:spMkLst>
            <pc:docMk/>
            <pc:sldMk cId="4049997883" sldId="2147479510"/>
            <ac:spMk id="2" creationId="{8FCC2E60-57B6-1161-2BEC-AEB5B3562B80}"/>
          </ac:spMkLst>
        </pc:spChg>
        <pc:spChg chg="mod">
          <ac:chgData name="Manne, Divya (Cognizant)" userId="60e18ec0-6c07-4a7f-a379-fd70960fca06" providerId="ADAL" clId="{6A5B17D5-BAE1-4AD9-A33B-721F75746DF0}" dt="2026-04-28T12:38:29.525" v="158" actId="20577"/>
          <ac:spMkLst>
            <pc:docMk/>
            <pc:sldMk cId="4049997883" sldId="2147479510"/>
            <ac:spMk id="3" creationId="{C05D5327-9268-AC36-16BC-D3D4B4F25D4B}"/>
          </ac:spMkLst>
        </pc:spChg>
      </pc:sldChg>
      <pc:sldMasterChg chg="modSldLayout">
        <pc:chgData name="Manne, Divya (Cognizant)" userId="60e18ec0-6c07-4a7f-a379-fd70960fca06" providerId="ADAL" clId="{6A5B17D5-BAE1-4AD9-A33B-721F75746DF0}" dt="2026-04-28T13:41:46.007" v="795" actId="20577"/>
        <pc:sldMasterMkLst>
          <pc:docMk/>
          <pc:sldMasterMk cId="1189719779" sldId="2147483821"/>
        </pc:sldMasterMkLst>
        <pc:sldLayoutChg chg="modSp mod">
          <pc:chgData name="Manne, Divya (Cognizant)" userId="60e18ec0-6c07-4a7f-a379-fd70960fca06" providerId="ADAL" clId="{6A5B17D5-BAE1-4AD9-A33B-721F75746DF0}" dt="2026-04-28T13:41:37.699" v="793" actId="20577"/>
          <pc:sldLayoutMkLst>
            <pc:docMk/>
            <pc:sldMasterMk cId="1189719779" sldId="2147483821"/>
            <pc:sldLayoutMk cId="206534595" sldId="2147483796"/>
          </pc:sldLayoutMkLst>
          <pc:spChg chg="mod">
            <ac:chgData name="Manne, Divya (Cognizant)" userId="60e18ec0-6c07-4a7f-a379-fd70960fca06" providerId="ADAL" clId="{6A5B17D5-BAE1-4AD9-A33B-721F75746DF0}" dt="2026-04-28T13:41:37.699" v="793" actId="20577"/>
            <ac:spMkLst>
              <pc:docMk/>
              <pc:sldMasterMk cId="1189719779" sldId="2147483821"/>
              <pc:sldLayoutMk cId="206534595" sldId="2147483796"/>
              <ac:spMk id="3" creationId="{4703109E-6BFC-1742-809E-63EC7ED700EA}"/>
            </ac:spMkLst>
          </pc:spChg>
        </pc:sldLayoutChg>
        <pc:sldLayoutChg chg="modSp mod">
          <pc:chgData name="Manne, Divya (Cognizant)" userId="60e18ec0-6c07-4a7f-a379-fd70960fca06" providerId="ADAL" clId="{6A5B17D5-BAE1-4AD9-A33B-721F75746DF0}" dt="2026-04-28T13:41:46.007" v="795" actId="20577"/>
          <pc:sldLayoutMkLst>
            <pc:docMk/>
            <pc:sldMasterMk cId="1189719779" sldId="2147483821"/>
            <pc:sldLayoutMk cId="1725878177" sldId="2147483797"/>
          </pc:sldLayoutMkLst>
          <pc:spChg chg="mod">
            <ac:chgData name="Manne, Divya (Cognizant)" userId="60e18ec0-6c07-4a7f-a379-fd70960fca06" providerId="ADAL" clId="{6A5B17D5-BAE1-4AD9-A33B-721F75746DF0}" dt="2026-04-28T13:41:46.007" v="795" actId="20577"/>
            <ac:spMkLst>
              <pc:docMk/>
              <pc:sldMasterMk cId="1189719779" sldId="2147483821"/>
              <pc:sldLayoutMk cId="1725878177" sldId="2147483797"/>
              <ac:spMk id="3" creationId="{4703109E-6BFC-1742-809E-63EC7ED700EA}"/>
            </ac:spMkLst>
          </pc:spChg>
        </pc:sldLayoutChg>
      </pc:sldMasterChg>
      <pc:sldMasterChg chg="modSp mod modSldLayout">
        <pc:chgData name="Manne, Divya (Cognizant)" userId="60e18ec0-6c07-4a7f-a379-fd70960fca06" providerId="ADAL" clId="{6A5B17D5-BAE1-4AD9-A33B-721F75746DF0}" dt="2026-04-28T13:42:34.755" v="814" actId="20577"/>
        <pc:sldMasterMkLst>
          <pc:docMk/>
          <pc:sldMasterMk cId="3373953295" sldId="2147483941"/>
        </pc:sldMasterMkLst>
        <pc:spChg chg="mod">
          <ac:chgData name="Manne, Divya (Cognizant)" userId="60e18ec0-6c07-4a7f-a379-fd70960fca06" providerId="ADAL" clId="{6A5B17D5-BAE1-4AD9-A33B-721F75746DF0}" dt="2026-04-28T13:42:34.755" v="814" actId="20577"/>
          <ac:spMkLst>
            <pc:docMk/>
            <pc:sldMasterMk cId="3373953295" sldId="2147483941"/>
            <ac:spMk id="5" creationId="{C0715BBF-C237-4C9F-A0A0-755261F5952F}"/>
          </ac:spMkLst>
        </pc:spChg>
        <pc:sldLayoutChg chg="modSp mod">
          <pc:chgData name="Manne, Divya (Cognizant)" userId="60e18ec0-6c07-4a7f-a379-fd70960fca06" providerId="ADAL" clId="{6A5B17D5-BAE1-4AD9-A33B-721F75746DF0}" dt="2026-04-28T13:42:17.016" v="809" actId="20577"/>
          <pc:sldLayoutMkLst>
            <pc:docMk/>
            <pc:sldMasterMk cId="3373953295" sldId="2147483941"/>
            <pc:sldLayoutMk cId="105516146" sldId="2147483943"/>
          </pc:sldLayoutMkLst>
          <pc:spChg chg="mod">
            <ac:chgData name="Manne, Divya (Cognizant)" userId="60e18ec0-6c07-4a7f-a379-fd70960fca06" providerId="ADAL" clId="{6A5B17D5-BAE1-4AD9-A33B-721F75746DF0}" dt="2026-04-28T13:42:17.016" v="809" actId="20577"/>
            <ac:spMkLst>
              <pc:docMk/>
              <pc:sldMasterMk cId="3373953295" sldId="2147483941"/>
              <pc:sldLayoutMk cId="105516146" sldId="2147483943"/>
              <ac:spMk id="11" creationId="{DF00D856-F97D-6D4D-B68C-59A8B3CA076C}"/>
            </ac:spMkLst>
          </pc:spChg>
        </pc:sldLayoutChg>
        <pc:sldLayoutChg chg="modSp mod">
          <pc:chgData name="Manne, Divya (Cognizant)" userId="60e18ec0-6c07-4a7f-a379-fd70960fca06" providerId="ADAL" clId="{6A5B17D5-BAE1-4AD9-A33B-721F75746DF0}" dt="2026-04-28T13:42:08.497" v="806" actId="6549"/>
          <pc:sldLayoutMkLst>
            <pc:docMk/>
            <pc:sldMasterMk cId="3373953295" sldId="2147483941"/>
            <pc:sldLayoutMk cId="3774627062" sldId="2147483945"/>
          </pc:sldLayoutMkLst>
          <pc:spChg chg="mod">
            <ac:chgData name="Manne, Divya (Cognizant)" userId="60e18ec0-6c07-4a7f-a379-fd70960fca06" providerId="ADAL" clId="{6A5B17D5-BAE1-4AD9-A33B-721F75746DF0}" dt="2026-04-28T13:42:08.497" v="806" actId="6549"/>
            <ac:spMkLst>
              <pc:docMk/>
              <pc:sldMasterMk cId="3373953295" sldId="2147483941"/>
              <pc:sldLayoutMk cId="3774627062" sldId="2147483945"/>
              <ac:spMk id="11" creationId="{DF00D856-F97D-6D4D-B68C-59A8B3CA076C}"/>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658FED-51F9-9B45-B597-1E80080F05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98449CD-7629-F94E-AB7C-5B049A15EC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07195-0CC2-A547-89CA-57E183807FCC}" type="datetimeFigureOut">
              <a:rPr lang="en-US" smtClean="0"/>
              <a:t>5/7/2026</a:t>
            </a:fld>
            <a:endParaRPr lang="en-US"/>
          </a:p>
        </p:txBody>
      </p:sp>
      <p:sp>
        <p:nvSpPr>
          <p:cNvPr id="4" name="Footer Placeholder 3">
            <a:extLst>
              <a:ext uri="{FF2B5EF4-FFF2-40B4-BE49-F238E27FC236}">
                <a16:creationId xmlns:a16="http://schemas.microsoft.com/office/drawing/2014/main" id="{EEA1FED8-4762-F94C-A006-546565DF5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831462-D62C-8C42-B544-F3E0E7018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8F4819-B501-CC4D-93F0-10A4E74E0251}" type="slidenum">
              <a:rPr lang="en-US" smtClean="0"/>
              <a:t>‹#›</a:t>
            </a:fld>
            <a:endParaRPr lang="en-US"/>
          </a:p>
        </p:txBody>
      </p:sp>
    </p:spTree>
    <p:extLst>
      <p:ext uri="{BB962C8B-B14F-4D97-AF65-F5344CB8AC3E}">
        <p14:creationId xmlns:p14="http://schemas.microsoft.com/office/powerpoint/2010/main" val="1602135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00608-096F-0448-BF1C-AC23D45B3CD2}" type="datetimeFigureOut">
              <a:rPr lang="en-US" smtClean="0"/>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A3903-E1C0-B641-BF09-7903E2AE2EC7}" type="slidenum">
              <a:rPr lang="en-US" smtClean="0"/>
              <a:t>‹#›</a:t>
            </a:fld>
            <a:endParaRPr lang="en-US"/>
          </a:p>
        </p:txBody>
      </p:sp>
    </p:spTree>
    <p:extLst>
      <p:ext uri="{BB962C8B-B14F-4D97-AF65-F5344CB8AC3E}">
        <p14:creationId xmlns:p14="http://schemas.microsoft.com/office/powerpoint/2010/main" val="23477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0CC5-E31C-45D5-FFE7-A6C4A15B9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0CC6C-8F35-FCB5-D02A-08D1A59C2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4D316-D2D6-CA0C-044F-E7A2F920A9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63140D-0BFD-6DB6-5FF7-A281BEB9DC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9A3903-E1C0-B641-BF09-7903E2AE2E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466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2239A-7ECE-C8B3-E865-5595C503C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7ADB0-7191-D080-D482-8472CB046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25029-1B80-70F9-1D4B-BE2707C1AB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BB4EF7-4DD3-D4F4-A12C-379C22783F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9A3903-E1C0-B641-BF09-7903E2AE2E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7342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EA13-AF1A-8B70-96F6-19C21A3DE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ED5ED-DB7D-4BC8-B98A-A3CC29696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99350-DAA3-61A8-DC34-58BD693BDE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9598BFF-E1EC-42C7-6256-DA0762898E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9A3903-E1C0-B641-BF09-7903E2AE2E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6504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DF66E-23D1-8FD4-6C65-7826EE739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EED11-5708-90FB-D6A0-5DB6625480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506FF-8AAC-DEB5-CEE8-9DBF9B8617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78EDBF-6D04-5580-12FF-983D5EFA0E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9A3903-E1C0-B641-BF09-7903E2AE2E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7056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901EDA-0A40-434A-BA79-2EFA6DFFD2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0012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822704" cy="303572"/>
          </a:xfrm>
          <a:prstGeom prst="rect">
            <a:avLst/>
          </a:prstGeom>
        </p:spPr>
        <p:txBody>
          <a:bodyPr/>
          <a:lstStyle>
            <a:lvl1pPr>
              <a:defRPr>
                <a:solidFill>
                  <a:schemeClr val="tx1"/>
                </a:solidFill>
              </a:defRPr>
            </a:lvl1pPr>
          </a:lstStyle>
          <a:p>
            <a:r>
              <a:rPr lang="en-US"/>
              <a:t>© 2025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p:blipFill>
        <p:spPr>
          <a:xfrm>
            <a:off x="472758" y="381864"/>
            <a:ext cx="2067983" cy="620394"/>
          </a:xfrm>
          <a:prstGeom prst="rect">
            <a:avLst/>
          </a:prstGeom>
        </p:spPr>
      </p:pic>
    </p:spTree>
    <p:extLst>
      <p:ext uri="{BB962C8B-B14F-4D97-AF65-F5344CB8AC3E}">
        <p14:creationId xmlns:p14="http://schemas.microsoft.com/office/powerpoint/2010/main" val="113856781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2026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20653459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2026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 xmlns:asvg="http://schemas.microsoft.com/office/drawing/2016/SVG/main" r:embed="rId2"/>
              </a:ext>
            </a:extLst>
          </a:blip>
          <a:srcRect/>
          <a:stretch/>
        </p:blipFill>
        <p:spPr>
          <a:xfrm>
            <a:off x="10468530" y="6352478"/>
            <a:ext cx="1362108" cy="408632"/>
          </a:xfrm>
          <a:prstGeom prst="rect">
            <a:avLst/>
          </a:prstGeom>
        </p:spPr>
      </p:pic>
    </p:spTree>
    <p:extLst>
      <p:ext uri="{BB962C8B-B14F-4D97-AF65-F5344CB8AC3E}">
        <p14:creationId xmlns:p14="http://schemas.microsoft.com/office/powerpoint/2010/main" val="172587817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a:p>
        </p:txBody>
      </p:sp>
      <p:pic>
        <p:nvPicPr>
          <p:cNvPr id="3" name="Picture 2">
            <a:extLst>
              <a:ext uri="{FF2B5EF4-FFF2-40B4-BE49-F238E27FC236}">
                <a16:creationId xmlns:a16="http://schemas.microsoft.com/office/drawing/2014/main" id="{149843C2-5350-C728-A4D6-7EEEACAF75B4}"/>
              </a:ext>
            </a:extLst>
          </p:cNvPr>
          <p:cNvPicPr>
            <a:picLocks noChangeAspect="1"/>
          </p:cNvPicPr>
          <p:nvPr userDrawn="1"/>
        </p:nvPicPr>
        <p:blipFill>
          <a:blip r:embed="rId2"/>
          <a:stretch>
            <a:fillRect/>
          </a:stretch>
        </p:blipFill>
        <p:spPr>
          <a:xfrm>
            <a:off x="0" y="-2186"/>
            <a:ext cx="12192000" cy="6862372"/>
          </a:xfrm>
          <a:prstGeom prst="rect">
            <a:avLst/>
          </a:prstGeom>
        </p:spPr>
      </p:pic>
    </p:spTree>
    <p:extLst>
      <p:ext uri="{BB962C8B-B14F-4D97-AF65-F5344CB8AC3E}">
        <p14:creationId xmlns:p14="http://schemas.microsoft.com/office/powerpoint/2010/main" val="10134144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8"/>
            <a:ext cx="1816531" cy="190747"/>
          </a:xfrm>
          <a:prstGeom prst="rect">
            <a:avLst/>
          </a:prstGeom>
        </p:spPr>
        <p:txBody>
          <a:bodyPr vert="horz" wrap="none" lIns="0" tIns="0" rIns="0" bIns="0" rtlCol="0" anchor="b" anchorCtr="0"/>
          <a:lstStyle>
            <a:lvl1pPr algn="l">
              <a:defRPr sz="700">
                <a:solidFill>
                  <a:schemeClr val="tx1"/>
                </a:solidFill>
              </a:defRPr>
            </a:lvl1pPr>
          </a:lstStyle>
          <a:p>
            <a:r>
              <a:rPr lang="en-US" dirty="0"/>
              <a:t>© 2026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105516146"/>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8"/>
            <a:ext cx="1816531" cy="190747"/>
          </a:xfrm>
          <a:prstGeom prst="rect">
            <a:avLst/>
          </a:prstGeom>
        </p:spPr>
        <p:txBody>
          <a:bodyPr vert="horz" wrap="none" lIns="0" tIns="0" rIns="0" bIns="0" rtlCol="0" anchor="b" anchorCtr="0"/>
          <a:lstStyle>
            <a:lvl1pPr algn="l">
              <a:defRPr sz="700">
                <a:solidFill>
                  <a:schemeClr val="tx1"/>
                </a:solidFill>
              </a:defRPr>
            </a:lvl1pPr>
          </a:lstStyle>
          <a:p>
            <a:r>
              <a:rPr lang="en-US" dirty="0"/>
              <a:t>© 2026 Cognizant </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3774627062"/>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2056384" cy="303572"/>
          </a:xfrm>
          <a:prstGeom prst="rect">
            <a:avLst/>
          </a:prstGeom>
        </p:spPr>
        <p:txBody>
          <a:bodyPr vert="horz" wrap="none" lIns="0" tIns="0" rIns="0" bIns="0" rtlCol="0" anchor="b" anchorCtr="0"/>
          <a:lstStyle>
            <a:lvl1pPr algn="l">
              <a:defRPr sz="700">
                <a:solidFill>
                  <a:schemeClr val="tx1"/>
                </a:solidFill>
              </a:defRPr>
            </a:lvl1pPr>
          </a:lstStyle>
          <a:p>
            <a:r>
              <a:rPr lang="en-US"/>
              <a:t>© 2025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spTree>
    <p:extLst>
      <p:ext uri="{BB962C8B-B14F-4D97-AF65-F5344CB8AC3E}">
        <p14:creationId xmlns:p14="http://schemas.microsoft.com/office/powerpoint/2010/main" val="1189719779"/>
      </p:ext>
    </p:extLst>
  </p:cSld>
  <p:clrMap bg1="lt1" tx1="dk1" bg2="lt2" tx2="dk2" accent1="accent1" accent2="accent2" accent3="accent3" accent4="accent4" accent5="accent5" accent6="accent6" hlink="hlink" folHlink="folHlink"/>
  <p:sldLayoutIdLst>
    <p:sldLayoutId id="2147483903" r:id="rId1"/>
    <p:sldLayoutId id="2147483796" r:id="rId2"/>
    <p:sldLayoutId id="2147483797" r:id="rId3"/>
    <p:sldLayoutId id="2147483990" r:id="rId4"/>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2056384"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2026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spTree>
    <p:extLst>
      <p:ext uri="{BB962C8B-B14F-4D97-AF65-F5344CB8AC3E}">
        <p14:creationId xmlns:p14="http://schemas.microsoft.com/office/powerpoint/2010/main" val="3373953295"/>
      </p:ext>
    </p:extLst>
  </p:cSld>
  <p:clrMap bg1="lt1" tx1="dk1" bg2="lt2" tx2="dk2" accent1="accent1" accent2="accent2" accent3="accent3" accent4="accent4" accent5="accent5" accent6="accent6" hlink="hlink" folHlink="folHlink"/>
  <p:sldLayoutIdLst>
    <p:sldLayoutId id="2147483943" r:id="rId1"/>
    <p:sldLayoutId id="2147483945" r:id="rId2"/>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production.d14yks62cq1zmx.amplifyapp.com/" TargetMode="External"/><Relationship Id="rId2" Type="http://schemas.openxmlformats.org/officeDocument/2006/relationships/hyperlink" Target="https://github.com/Akashrana1001/Green_ledger-main"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CC2E60-57B6-1161-2BEC-AEB5B3562B80}"/>
              </a:ext>
            </a:extLst>
          </p:cNvPr>
          <p:cNvSpPr>
            <a:spLocks noGrp="1"/>
          </p:cNvSpPr>
          <p:nvPr>
            <p:ph type="body" sz="quarter" idx="13"/>
          </p:nvPr>
        </p:nvSpPr>
        <p:spPr>
          <a:xfrm>
            <a:off x="1258659" y="4061517"/>
            <a:ext cx="8849360" cy="1500188"/>
          </a:xfrm>
        </p:spPr>
        <p:txBody>
          <a:bodyPr/>
          <a:lstStyle/>
          <a:p>
            <a:r>
              <a:rPr lang="en-US" sz="1800" dirty="0">
                <a:solidFill>
                  <a:srgbClr val="26EFE9"/>
                </a:solidFill>
              </a:rPr>
              <a:t>Idea Title : </a:t>
            </a:r>
            <a:r>
              <a:rPr lang="en-US" sz="1800" dirty="0" err="1" smtClean="0">
                <a:solidFill>
                  <a:srgbClr val="26EFE9"/>
                </a:solidFill>
              </a:rPr>
              <a:t>GreenLedger</a:t>
            </a:r>
            <a:r>
              <a:rPr lang="en-US" sz="1800" dirty="0" smtClean="0">
                <a:solidFill>
                  <a:srgbClr val="26EFE9"/>
                </a:solidFill>
              </a:rPr>
              <a:t>-AI	</a:t>
            </a:r>
            <a:endParaRPr lang="en-US" sz="1800" dirty="0">
              <a:solidFill>
                <a:srgbClr val="26EFE9"/>
              </a:solidFill>
            </a:endParaRPr>
          </a:p>
          <a:p>
            <a:r>
              <a:rPr lang="en-US" sz="1800" dirty="0">
                <a:solidFill>
                  <a:srgbClr val="26EFE9"/>
                </a:solidFill>
              </a:rPr>
              <a:t>Team Captain Name </a:t>
            </a:r>
            <a:r>
              <a:rPr lang="en-US" sz="1800" dirty="0" smtClean="0">
                <a:solidFill>
                  <a:srgbClr val="26EFE9"/>
                </a:solidFill>
              </a:rPr>
              <a:t>: </a:t>
            </a:r>
            <a:r>
              <a:rPr lang="en-US" sz="1800" dirty="0" err="1" smtClean="0">
                <a:solidFill>
                  <a:srgbClr val="26EFE9"/>
                </a:solidFill>
              </a:rPr>
              <a:t>Akash</a:t>
            </a:r>
            <a:r>
              <a:rPr lang="en-US" sz="1800" dirty="0" smtClean="0">
                <a:solidFill>
                  <a:srgbClr val="26EFE9"/>
                </a:solidFill>
              </a:rPr>
              <a:t> Chauhan	 </a:t>
            </a:r>
            <a:endParaRPr lang="en-US" sz="1800" dirty="0">
              <a:solidFill>
                <a:srgbClr val="26EFE9"/>
              </a:solidFill>
            </a:endParaRPr>
          </a:p>
          <a:p>
            <a:r>
              <a:rPr lang="en-US" sz="1800" dirty="0">
                <a:solidFill>
                  <a:srgbClr val="26EFE9"/>
                </a:solidFill>
              </a:rPr>
              <a:t>Team members Names : </a:t>
            </a:r>
            <a:r>
              <a:rPr lang="en-US" sz="1800" dirty="0" err="1" smtClean="0">
                <a:solidFill>
                  <a:srgbClr val="26EFE9"/>
                </a:solidFill>
              </a:rPr>
              <a:t>Atulya</a:t>
            </a:r>
            <a:r>
              <a:rPr lang="en-US" sz="1800" dirty="0" smtClean="0">
                <a:solidFill>
                  <a:srgbClr val="26EFE9"/>
                </a:solidFill>
              </a:rPr>
              <a:t> </a:t>
            </a:r>
            <a:r>
              <a:rPr lang="en-US" sz="1800" dirty="0" err="1" smtClean="0">
                <a:solidFill>
                  <a:srgbClr val="26EFE9"/>
                </a:solidFill>
              </a:rPr>
              <a:t>singh</a:t>
            </a:r>
            <a:r>
              <a:rPr lang="en-US" sz="1800" dirty="0" smtClean="0">
                <a:solidFill>
                  <a:srgbClr val="26EFE9"/>
                </a:solidFill>
              </a:rPr>
              <a:t> ,</a:t>
            </a:r>
            <a:r>
              <a:rPr lang="en-US" sz="1800" dirty="0" err="1" smtClean="0">
                <a:solidFill>
                  <a:srgbClr val="26EFE9"/>
                </a:solidFill>
              </a:rPr>
              <a:t>Ayushi</a:t>
            </a:r>
            <a:r>
              <a:rPr lang="en-US" sz="1800" dirty="0" smtClean="0">
                <a:solidFill>
                  <a:srgbClr val="26EFE9"/>
                </a:solidFill>
              </a:rPr>
              <a:t>, </a:t>
            </a:r>
            <a:r>
              <a:rPr lang="en-US" sz="1800" dirty="0" err="1" smtClean="0">
                <a:solidFill>
                  <a:srgbClr val="26EFE9"/>
                </a:solidFill>
              </a:rPr>
              <a:t>Gurleen</a:t>
            </a:r>
            <a:r>
              <a:rPr lang="en-US" sz="1800" dirty="0" smtClean="0">
                <a:solidFill>
                  <a:srgbClr val="26EFE9"/>
                </a:solidFill>
              </a:rPr>
              <a:t> </a:t>
            </a:r>
            <a:r>
              <a:rPr lang="en-US" sz="1800" dirty="0" err="1" smtClean="0">
                <a:solidFill>
                  <a:srgbClr val="26EFE9"/>
                </a:solidFill>
              </a:rPr>
              <a:t>kau</a:t>
            </a:r>
            <a:r>
              <a:rPr lang="en-US" sz="1800" dirty="0" err="1">
                <a:solidFill>
                  <a:srgbClr val="26EFE9"/>
                </a:solidFill>
              </a:rPr>
              <a:t>r</a:t>
            </a:r>
            <a:endParaRPr lang="en-US" sz="1800" dirty="0">
              <a:solidFill>
                <a:srgbClr val="26EFE9"/>
              </a:solidFill>
            </a:endParaRPr>
          </a:p>
          <a:p>
            <a:r>
              <a:rPr lang="en-US" sz="1800" dirty="0">
                <a:solidFill>
                  <a:srgbClr val="26EFE9"/>
                </a:solidFill>
              </a:rPr>
              <a:t>College Name </a:t>
            </a:r>
            <a:r>
              <a:rPr lang="en-US" sz="1800" dirty="0" smtClean="0">
                <a:solidFill>
                  <a:srgbClr val="26EFE9"/>
                </a:solidFill>
              </a:rPr>
              <a:t>:lovely professional university , </a:t>
            </a:r>
            <a:r>
              <a:rPr lang="en-US" sz="1800" dirty="0" err="1" smtClean="0">
                <a:solidFill>
                  <a:srgbClr val="26EFE9"/>
                </a:solidFill>
              </a:rPr>
              <a:t>phagwara</a:t>
            </a:r>
            <a:endParaRPr lang="en-US" sz="1800" dirty="0">
              <a:solidFill>
                <a:srgbClr val="26EFE9"/>
              </a:solidFill>
            </a:endParaRPr>
          </a:p>
        </p:txBody>
      </p:sp>
      <p:sp>
        <p:nvSpPr>
          <p:cNvPr id="3" name="Title 2">
            <a:extLst>
              <a:ext uri="{FF2B5EF4-FFF2-40B4-BE49-F238E27FC236}">
                <a16:creationId xmlns:a16="http://schemas.microsoft.com/office/drawing/2014/main" id="{C05D5327-9268-AC36-16BC-D3D4B4F25D4B}"/>
              </a:ext>
            </a:extLst>
          </p:cNvPr>
          <p:cNvSpPr>
            <a:spLocks noGrp="1"/>
          </p:cNvSpPr>
          <p:nvPr>
            <p:ph type="ctrTitle"/>
          </p:nvPr>
        </p:nvSpPr>
        <p:spPr>
          <a:xfrm>
            <a:off x="1258659" y="3055458"/>
            <a:ext cx="9338360" cy="1006059"/>
          </a:xfrm>
        </p:spPr>
        <p:txBody>
          <a:bodyPr/>
          <a:lstStyle/>
          <a:p>
            <a:r>
              <a:rPr lang="en-IN" sz="4400" dirty="0" smtClean="0">
                <a:solidFill>
                  <a:schemeClr val="bg1"/>
                </a:solidFill>
              </a:rPr>
              <a:t>MVP Presentation: catch me if you       can  </a:t>
            </a:r>
            <a:endParaRPr lang="en-IN" sz="4400" dirty="0">
              <a:solidFill>
                <a:schemeClr val="bg1"/>
              </a:solidFill>
            </a:endParaRPr>
          </a:p>
        </p:txBody>
      </p:sp>
      <p:sp>
        <p:nvSpPr>
          <p:cNvPr id="4" name="Footer Placeholder 3">
            <a:extLst>
              <a:ext uri="{FF2B5EF4-FFF2-40B4-BE49-F238E27FC236}">
                <a16:creationId xmlns:a16="http://schemas.microsoft.com/office/drawing/2014/main" id="{DAF4D593-0A14-7819-33D9-764A6414A67D}"/>
              </a:ext>
            </a:extLst>
          </p:cNvPr>
          <p:cNvSpPr>
            <a:spLocks noGrp="1"/>
          </p:cNvSpPr>
          <p:nvPr>
            <p:ph type="ftr" sz="quarter" idx="15"/>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F84413F6-478A-A902-39B1-3F8B38F63BB4}"/>
              </a:ext>
            </a:extLst>
          </p:cNvPr>
          <p:cNvSpPr>
            <a:spLocks noGrp="1"/>
          </p:cNvSpPr>
          <p:nvPr>
            <p:ph type="sldNum" sz="quarter" idx="16"/>
          </p:nvPr>
        </p:nvSpPr>
        <p:spPr/>
        <p:txBody>
          <a:bodyPr/>
          <a:lstStyle/>
          <a:p>
            <a:fld id="{38826FC0-333C-E549-9FA3-0EE43DF298A3}" type="slidenum">
              <a:rPr lang="en-US" smtClean="0"/>
              <a:pPr/>
              <a:t>1</a:t>
            </a:fld>
            <a:endParaRPr lang="en-US"/>
          </a:p>
        </p:txBody>
      </p:sp>
    </p:spTree>
    <p:extLst>
      <p:ext uri="{BB962C8B-B14F-4D97-AF65-F5344CB8AC3E}">
        <p14:creationId xmlns:p14="http://schemas.microsoft.com/office/powerpoint/2010/main" val="40499978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7658E-EA74-4702-7179-E21A88D3E6F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2B8DBEF-A90E-75BD-2BC7-7AFC952C0D9E}"/>
              </a:ext>
            </a:extLst>
          </p:cNvPr>
          <p:cNvSpPr/>
          <p:nvPr/>
        </p:nvSpPr>
        <p:spPr>
          <a:xfrm>
            <a:off x="0" y="-43779"/>
            <a:ext cx="12191999" cy="645535"/>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 name="Footer Placeholder 3">
            <a:extLst>
              <a:ext uri="{FF2B5EF4-FFF2-40B4-BE49-F238E27FC236}">
                <a16:creationId xmlns:a16="http://schemas.microsoft.com/office/drawing/2014/main" id="{7B6DD68C-8495-5A60-1BE1-C5F37EFBDA36}"/>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rPr>
              <a:t>© 2026 Cognizant</a:t>
            </a:r>
          </a:p>
        </p:txBody>
      </p:sp>
      <p:sp>
        <p:nvSpPr>
          <p:cNvPr id="2" name="Slide Number Placeholder 1">
            <a:extLst>
              <a:ext uri="{FF2B5EF4-FFF2-40B4-BE49-F238E27FC236}">
                <a16:creationId xmlns:a16="http://schemas.microsoft.com/office/drawing/2014/main" id="{EC820A1C-385C-1B2C-7EBF-696FA22911CD}"/>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
        <p:nvSpPr>
          <p:cNvPr id="7" name="Title 1">
            <a:extLst>
              <a:ext uri="{FF2B5EF4-FFF2-40B4-BE49-F238E27FC236}">
                <a16:creationId xmlns:a16="http://schemas.microsoft.com/office/drawing/2014/main" id="{97217ED1-02B9-3398-C290-8D4133CD5DC4}"/>
              </a:ext>
            </a:extLst>
          </p:cNvPr>
          <p:cNvSpPr txBox="1">
            <a:spLocks/>
          </p:cNvSpPr>
          <p:nvPr/>
        </p:nvSpPr>
        <p:spPr>
          <a:xfrm>
            <a:off x="457199" y="175236"/>
            <a:ext cx="5778632" cy="377964"/>
          </a:xfrm>
          <a:prstGeom prst="rect">
            <a:avLst/>
          </a:prstGeom>
        </p:spPr>
        <p:txBody>
          <a:bodyPr vert="horz" wrap="none" lIns="0" tIns="0" rIns="0" bIns="0" rtlCol="0" anchor="t" anchorCtr="0">
            <a:noAutofit/>
          </a:bodyPr>
          <a:lstStyle>
            <a:lvl1pPr algn="l" defTabSz="1219140" rtl="0" eaLnBrk="1" latinLnBrk="0" hangingPunct="1">
              <a:lnSpc>
                <a:spcPct val="90000"/>
              </a:lnSpc>
              <a:spcBef>
                <a:spcPct val="0"/>
              </a:spcBef>
              <a:buNone/>
              <a:defRPr sz="3200" b="1" kern="1200">
                <a:solidFill>
                  <a:schemeClr val="accent2"/>
                </a:solidFill>
                <a:latin typeface="Arial" panose="020B0604020202020204" pitchFamily="34" charset="0"/>
                <a:ea typeface="+mj-ea"/>
                <a:cs typeface="Arial" panose="020B0604020202020204" pitchFamily="34" charset="0"/>
              </a:defRPr>
            </a:lvl1pPr>
          </a:lstStyle>
          <a:p>
            <a:pPr marL="0" marR="0" lvl="0" indent="0" algn="l" defTabSz="121914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err="1" smtClean="0">
                <a:ln>
                  <a:noFill/>
                </a:ln>
                <a:solidFill>
                  <a:srgbClr val="FFFFFF"/>
                </a:solidFill>
                <a:effectLst/>
                <a:uLnTx/>
                <a:uFillTx/>
                <a:latin typeface="Arial" panose="020B0604020202020204"/>
                <a:ea typeface="+mj-ea"/>
                <a:cs typeface="Arial" panose="020B0604020202020204" pitchFamily="34" charset="0"/>
              </a:rPr>
              <a:t>GreenLedger</a:t>
            </a:r>
            <a:r>
              <a:rPr kumimoji="0" lang="en-US" sz="2400" b="0" i="0" u="none" strike="noStrike" kern="1200" cap="none" spc="0" normalizeH="0" baseline="0" noProof="0" dirty="0" smtClean="0">
                <a:ln>
                  <a:noFill/>
                </a:ln>
                <a:solidFill>
                  <a:srgbClr val="FFFFFF"/>
                </a:solidFill>
                <a:effectLst/>
                <a:uLnTx/>
                <a:uFillTx/>
                <a:latin typeface="Arial" panose="020B0604020202020204"/>
                <a:ea typeface="+mj-ea"/>
                <a:cs typeface="Arial" panose="020B0604020202020204" pitchFamily="34" charset="0"/>
              </a:rPr>
              <a:t>-AI</a:t>
            </a:r>
            <a:endParaRPr kumimoji="0" lang="en-US" sz="2400" b="0" i="0" u="none" strike="noStrike" kern="1200" cap="none" spc="0" normalizeH="0" baseline="0" noProof="0" dirty="0">
              <a:ln>
                <a:noFill/>
              </a:ln>
              <a:solidFill>
                <a:srgbClr val="FFFFFF"/>
              </a:solidFill>
              <a:effectLst/>
              <a:uLnTx/>
              <a:uFillTx/>
              <a:latin typeface="Arial" panose="020B0604020202020204"/>
              <a:ea typeface="+mj-ea"/>
              <a:cs typeface="Arial" panose="020B0604020202020204" pitchFamily="34" charset="0"/>
            </a:endParaRPr>
          </a:p>
        </p:txBody>
      </p:sp>
      <p:sp>
        <p:nvSpPr>
          <p:cNvPr id="10" name="TextBox 9">
            <a:extLst>
              <a:ext uri="{FF2B5EF4-FFF2-40B4-BE49-F238E27FC236}">
                <a16:creationId xmlns:a16="http://schemas.microsoft.com/office/drawing/2014/main" id="{D571EA97-7795-6D51-F716-B94C0F1807E9}"/>
              </a:ext>
            </a:extLst>
          </p:cNvPr>
          <p:cNvSpPr txBox="1"/>
          <p:nvPr/>
        </p:nvSpPr>
        <p:spPr>
          <a:xfrm>
            <a:off x="115747" y="1029775"/>
            <a:ext cx="5797372" cy="5688197"/>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12" name="TextBox 11">
            <a:extLst>
              <a:ext uri="{FF2B5EF4-FFF2-40B4-BE49-F238E27FC236}">
                <a16:creationId xmlns:a16="http://schemas.microsoft.com/office/drawing/2014/main" id="{28E96E19-4443-120E-D81A-C7692D38A498}"/>
              </a:ext>
            </a:extLst>
          </p:cNvPr>
          <p:cNvSpPr txBox="1"/>
          <p:nvPr/>
        </p:nvSpPr>
        <p:spPr>
          <a:xfrm>
            <a:off x="6064262" y="1044264"/>
            <a:ext cx="5855169" cy="5673708"/>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5" name="Arrow: Pentagon 4">
            <a:extLst>
              <a:ext uri="{FF2B5EF4-FFF2-40B4-BE49-F238E27FC236}">
                <a16:creationId xmlns:a16="http://schemas.microsoft.com/office/drawing/2014/main" id="{1144D771-232B-BF8B-99CB-FE62206D01F0}"/>
              </a:ext>
            </a:extLst>
          </p:cNvPr>
          <p:cNvSpPr/>
          <p:nvPr/>
        </p:nvSpPr>
        <p:spPr>
          <a:xfrm>
            <a:off x="115747" y="685485"/>
            <a:ext cx="3924300" cy="325557"/>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Problem Statement</a:t>
            </a:r>
          </a:p>
        </p:txBody>
      </p:sp>
      <p:sp>
        <p:nvSpPr>
          <p:cNvPr id="6" name="Content Placeholder 9">
            <a:extLst>
              <a:ext uri="{FF2B5EF4-FFF2-40B4-BE49-F238E27FC236}">
                <a16:creationId xmlns:a16="http://schemas.microsoft.com/office/drawing/2014/main" id="{84C65C9D-AA15-5E74-6D9B-F3AD0A55B29C}"/>
              </a:ext>
            </a:extLst>
          </p:cNvPr>
          <p:cNvSpPr>
            <a:spLocks noGrp="1"/>
          </p:cNvSpPr>
          <p:nvPr>
            <p:ph sz="quarter" idx="21"/>
          </p:nvPr>
        </p:nvSpPr>
        <p:spPr>
          <a:xfrm>
            <a:off x="334429" y="1044265"/>
            <a:ext cx="5625736" cy="4855134"/>
          </a:xfrm>
        </p:spPr>
        <p:txBody>
          <a:bodyPr/>
          <a:lstStyle/>
          <a:p>
            <a:pPr>
              <a:lnSpc>
                <a:spcPct val="115000"/>
              </a:lnSpc>
              <a:spcAft>
                <a:spcPts val="400"/>
              </a:spcAft>
            </a:pPr>
            <a:r>
              <a:rPr lang="en-US" sz="1400" b="1" dirty="0" smtClean="0">
                <a:solidFill>
                  <a:srgbClr val="1E293B"/>
                </a:solidFill>
                <a:latin typeface="Arial" pitchFamily="34" charset="0"/>
                <a:ea typeface="Arial" pitchFamily="34" charset="-122"/>
                <a:cs typeface="Arial" pitchFamily="34" charset="-120"/>
              </a:rPr>
              <a:t>The </a:t>
            </a:r>
            <a:r>
              <a:rPr lang="en-US" sz="1400" b="1" dirty="0">
                <a:solidFill>
                  <a:srgbClr val="1E293B"/>
                </a:solidFill>
                <a:latin typeface="Arial" pitchFamily="34" charset="0"/>
                <a:ea typeface="Arial" pitchFamily="34" charset="-122"/>
                <a:cs typeface="Arial" pitchFamily="34" charset="-120"/>
              </a:rPr>
              <a:t>data is scattered:</a:t>
            </a:r>
            <a:endParaRPr lang="en-US" sz="1400" dirty="0"/>
          </a:p>
          <a:p>
            <a:pPr>
              <a:lnSpc>
                <a:spcPct val="115000"/>
              </a:lnSpc>
              <a:spcAft>
                <a:spcPts val="600"/>
              </a:spcAft>
            </a:pPr>
            <a:r>
              <a:rPr lang="en-US" sz="1400" dirty="0">
                <a:solidFill>
                  <a:srgbClr val="1E293B"/>
                </a:solidFill>
                <a:latin typeface="Arial" pitchFamily="34" charset="0"/>
                <a:ea typeface="Arial" pitchFamily="34" charset="-122"/>
                <a:cs typeface="Arial" pitchFamily="34" charset="-120"/>
              </a:rPr>
              <a:t>Electricity bills in PDF, HR payroll in Excel, supplier invoices as scanned images, governance records in Word — across 10–15 departments.</a:t>
            </a:r>
            <a:endParaRPr lang="en-US" sz="1400" dirty="0"/>
          </a:p>
          <a:p>
            <a:pPr>
              <a:lnSpc>
                <a:spcPct val="115000"/>
              </a:lnSpc>
              <a:spcAft>
                <a:spcPts val="400"/>
              </a:spcAft>
            </a:pPr>
            <a:r>
              <a:rPr lang="en-US" sz="1400" b="1" dirty="0">
                <a:solidFill>
                  <a:srgbClr val="1E293B"/>
                </a:solidFill>
                <a:latin typeface="Arial" pitchFamily="34" charset="0"/>
                <a:ea typeface="Arial" pitchFamily="34" charset="-122"/>
                <a:cs typeface="Arial" pitchFamily="34" charset="-120"/>
              </a:rPr>
              <a:t>The cost is staggering:</a:t>
            </a:r>
            <a:endParaRPr lang="en-US" sz="1400" dirty="0"/>
          </a:p>
          <a:p>
            <a:pPr>
              <a:lnSpc>
                <a:spcPct val="115000"/>
              </a:lnSpc>
              <a:spcAft>
                <a:spcPts val="600"/>
              </a:spcAft>
            </a:pPr>
            <a:r>
              <a:rPr lang="en-US" sz="1400" dirty="0">
                <a:solidFill>
                  <a:srgbClr val="1E293B"/>
                </a:solidFill>
                <a:latin typeface="Arial" pitchFamily="34" charset="0"/>
                <a:ea typeface="Arial" pitchFamily="34" charset="-122"/>
                <a:cs typeface="Arial" pitchFamily="34" charset="-120"/>
              </a:rPr>
              <a:t>Companies pay ₹40–80 lakhs/year to Big 4 consultants </a:t>
            </a:r>
            <a:r>
              <a:rPr lang="en-US" sz="1400" dirty="0" smtClean="0">
                <a:solidFill>
                  <a:srgbClr val="1E293B"/>
                </a:solidFill>
                <a:latin typeface="Arial" pitchFamily="34" charset="0"/>
                <a:ea typeface="Arial" pitchFamily="34" charset="-122"/>
                <a:cs typeface="Arial" pitchFamily="34" charset="-120"/>
              </a:rPr>
              <a:t>for </a:t>
            </a:r>
            <a:r>
              <a:rPr lang="en-US" sz="1400" dirty="0">
                <a:solidFill>
                  <a:srgbClr val="1E293B"/>
                </a:solidFill>
                <a:latin typeface="Arial" pitchFamily="34" charset="0"/>
                <a:ea typeface="Arial" pitchFamily="34" charset="-122"/>
                <a:cs typeface="Arial" pitchFamily="34" charset="-120"/>
              </a:rPr>
              <a:t>manual data collection and spreadsheet calculations. This takes 3–6 months per filing.</a:t>
            </a:r>
            <a:endParaRPr lang="en-US" sz="1400" dirty="0"/>
          </a:p>
          <a:p>
            <a:pPr>
              <a:lnSpc>
                <a:spcPct val="115000"/>
              </a:lnSpc>
              <a:spcAft>
                <a:spcPts val="400"/>
              </a:spcAft>
            </a:pPr>
            <a:r>
              <a:rPr lang="en-US" sz="1400" b="1" dirty="0">
                <a:solidFill>
                  <a:srgbClr val="1E293B"/>
                </a:solidFill>
                <a:latin typeface="Arial" pitchFamily="34" charset="0"/>
                <a:ea typeface="Arial" pitchFamily="34" charset="-122"/>
                <a:cs typeface="Arial" pitchFamily="34" charset="-120"/>
              </a:rPr>
              <a:t>The risk is massive:</a:t>
            </a:r>
            <a:endParaRPr lang="en-US" sz="1400" dirty="0"/>
          </a:p>
          <a:p>
            <a:pPr>
              <a:lnSpc>
                <a:spcPct val="115000"/>
              </a:lnSpc>
            </a:pPr>
            <a:r>
              <a:rPr lang="en-US" sz="1400" dirty="0">
                <a:solidFill>
                  <a:srgbClr val="1E293B"/>
                </a:solidFill>
                <a:latin typeface="Arial" pitchFamily="34" charset="0"/>
                <a:ea typeface="Arial" pitchFamily="34" charset="-122"/>
                <a:cs typeface="Arial" pitchFamily="34" charset="-120"/>
              </a:rPr>
              <a:t>Manual Excel math → calculation errors → failed audits → regulatory penalties. SEBI’s 2023 BRSR Core mandate now requires third-party assurance, and most companies are simply not ready.</a:t>
            </a:r>
            <a:endParaRPr lang="en-US" sz="1400" dirty="0"/>
          </a:p>
          <a:p>
            <a:pPr marL="91440" lvl="0">
              <a:spcBef>
                <a:spcPts val="0"/>
              </a:spcBef>
              <a:defRPr/>
            </a:pPr>
            <a:r>
              <a:rPr lang="en-US" sz="1400" dirty="0" smtClean="0">
                <a:solidFill>
                  <a:srgbClr val="000048"/>
                </a:solidFill>
              </a:rPr>
              <a:t>.</a:t>
            </a:r>
            <a:endParaRPr lang="en-US" sz="1400" dirty="0">
              <a:solidFill>
                <a:srgbClr val="000048"/>
              </a:solidFill>
            </a:endParaRPr>
          </a:p>
        </p:txBody>
      </p:sp>
      <p:sp>
        <p:nvSpPr>
          <p:cNvPr id="9" name="Arrow: Pentagon 8">
            <a:extLst>
              <a:ext uri="{FF2B5EF4-FFF2-40B4-BE49-F238E27FC236}">
                <a16:creationId xmlns:a16="http://schemas.microsoft.com/office/drawing/2014/main" id="{EDC63FB0-4F2F-5940-C47A-29942B42D70B}"/>
              </a:ext>
            </a:extLst>
          </p:cNvPr>
          <p:cNvSpPr/>
          <p:nvPr/>
        </p:nvSpPr>
        <p:spPr>
          <a:xfrm>
            <a:off x="6064262" y="704218"/>
            <a:ext cx="3924300" cy="325557"/>
          </a:xfrm>
          <a:prstGeom prst="homePlate">
            <a:avLst>
              <a:gd name="adj" fmla="val 35192"/>
            </a:avLst>
          </a:prstGeom>
          <a:solidFill>
            <a:srgbClr val="000048"/>
          </a:solidFill>
          <a:ln w="12700" cap="flat" cmpd="sng" algn="ctr">
            <a:noFill/>
            <a:prstDash val="solid"/>
            <a:miter lim="800000"/>
          </a:ln>
          <a:effectLst/>
        </p:spPr>
        <p:txBody>
          <a:bodyPr rtlCol="0" anchor="ctr"/>
          <a:lstStyle/>
          <a:p>
            <a:pPr defTabSz="684638" eaLnBrk="0" fontAlgn="base" hangingPunct="0">
              <a:spcBef>
                <a:spcPct val="0"/>
              </a:spcBef>
              <a:spcAft>
                <a:spcPct val="0"/>
              </a:spcAft>
            </a:pPr>
            <a:r>
              <a:rPr lang="en-US" sz="1600" b="1" kern="0" dirty="0">
                <a:solidFill>
                  <a:schemeClr val="bg1"/>
                </a:solidFill>
                <a:latin typeface="+mj-lt"/>
                <a:cs typeface="Arial" panose="020B0604020202020204" pitchFamily="34" charset="0"/>
              </a:rPr>
              <a:t>Solution Description</a:t>
            </a:r>
          </a:p>
        </p:txBody>
      </p:sp>
      <p:sp>
        <p:nvSpPr>
          <p:cNvPr id="11" name="Content Placeholder 9">
            <a:extLst>
              <a:ext uri="{FF2B5EF4-FFF2-40B4-BE49-F238E27FC236}">
                <a16:creationId xmlns:a16="http://schemas.microsoft.com/office/drawing/2014/main" id="{F1CEA55F-2FE1-D4B5-990B-70972475C51F}"/>
              </a:ext>
            </a:extLst>
          </p:cNvPr>
          <p:cNvSpPr txBox="1">
            <a:spLocks/>
          </p:cNvSpPr>
          <p:nvPr/>
        </p:nvSpPr>
        <p:spPr>
          <a:xfrm>
            <a:off x="6235831" y="1044265"/>
            <a:ext cx="5512032" cy="5504582"/>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spcAft>
                <a:spcPts val="800"/>
              </a:spcAft>
            </a:pPr>
            <a:endParaRPr lang="en-US" sz="500" dirty="0" smtClean="0">
              <a:solidFill>
                <a:srgbClr val="1E293B"/>
              </a:solidFill>
              <a:latin typeface="Arial" pitchFamily="34" charset="0"/>
              <a:ea typeface="Arial" pitchFamily="34" charset="-122"/>
              <a:cs typeface="Arial" pitchFamily="34" charset="-120"/>
            </a:endParaRPr>
          </a:p>
          <a:p>
            <a:pPr>
              <a:lnSpc>
                <a:spcPct val="115000"/>
              </a:lnSpc>
              <a:spcAft>
                <a:spcPts val="800"/>
              </a:spcAft>
            </a:pPr>
            <a:r>
              <a:rPr lang="en-US" sz="1400" dirty="0" smtClean="0">
                <a:solidFill>
                  <a:srgbClr val="1E293B"/>
                </a:solidFill>
                <a:latin typeface="Arial" pitchFamily="34" charset="0"/>
                <a:ea typeface="Arial" pitchFamily="34" charset="-122"/>
                <a:cs typeface="Arial" pitchFamily="34" charset="-120"/>
              </a:rPr>
              <a:t>Green Ledger </a:t>
            </a:r>
            <a:r>
              <a:rPr lang="en-US" sz="1400" dirty="0">
                <a:solidFill>
                  <a:srgbClr val="1E293B"/>
                </a:solidFill>
                <a:latin typeface="Arial" pitchFamily="34" charset="0"/>
                <a:ea typeface="Arial" pitchFamily="34" charset="-122"/>
                <a:cs typeface="Arial" pitchFamily="34" charset="-120"/>
              </a:rPr>
              <a:t>AI automates the entire BRSR filing pipeline </a:t>
            </a:r>
            <a:r>
              <a:rPr lang="en-US" sz="1400" dirty="0" smtClean="0">
                <a:solidFill>
                  <a:srgbClr val="1E293B"/>
                </a:solidFill>
                <a:latin typeface="Arial" pitchFamily="34" charset="0"/>
                <a:ea typeface="Arial" pitchFamily="34" charset="-122"/>
                <a:cs typeface="Arial" pitchFamily="34" charset="-120"/>
              </a:rPr>
              <a:t>end-to-end:</a:t>
            </a:r>
            <a:endParaRPr lang="en-US" sz="1400" dirty="0"/>
          </a:p>
          <a:p>
            <a:pPr>
              <a:lnSpc>
                <a:spcPct val="115000"/>
              </a:lnSpc>
              <a:spcAft>
                <a:spcPts val="800"/>
              </a:spcAft>
            </a:pPr>
            <a:r>
              <a:rPr lang="en-GB" sz="1400" b="1" dirty="0" smtClean="0"/>
              <a:t>Secure </a:t>
            </a:r>
            <a:r>
              <a:rPr lang="en-GB" sz="1400" b="1" dirty="0"/>
              <a:t>Cloud Storage</a:t>
            </a:r>
            <a:r>
              <a:rPr lang="en-GB" sz="1400" dirty="0"/>
              <a:t> – Every uploaded document is instantly transferred to a cryptographically isolated </a:t>
            </a:r>
            <a:r>
              <a:rPr lang="en-GB" sz="1400" b="1" dirty="0"/>
              <a:t>Amazon S3</a:t>
            </a:r>
            <a:r>
              <a:rPr lang="en-GB" sz="1400" dirty="0"/>
              <a:t> bucket. This ensures that raw evidence (like electricity bills or payroll logs) is stored with enterprise-grade durability and security.</a:t>
            </a:r>
            <a:endParaRPr lang="en-US" sz="1400" b="1" dirty="0" smtClean="0">
              <a:solidFill>
                <a:srgbClr val="059669"/>
              </a:solidFill>
              <a:latin typeface="Arial" pitchFamily="34" charset="0"/>
              <a:ea typeface="Arial" pitchFamily="34" charset="-122"/>
              <a:cs typeface="Arial" pitchFamily="34" charset="-120"/>
            </a:endParaRPr>
          </a:p>
          <a:p>
            <a:pPr>
              <a:lnSpc>
                <a:spcPct val="115000"/>
              </a:lnSpc>
            </a:pPr>
            <a:r>
              <a:rPr lang="en-US" sz="1400" b="1" dirty="0" smtClean="0">
                <a:solidFill>
                  <a:srgbClr val="059669"/>
                </a:solidFill>
                <a:latin typeface="Arial" pitchFamily="34" charset="0"/>
                <a:ea typeface="Arial" pitchFamily="34" charset="-122"/>
                <a:cs typeface="Arial" pitchFamily="34" charset="-120"/>
              </a:rPr>
              <a:t>1</a:t>
            </a:r>
            <a:r>
              <a:rPr lang="en-US" sz="1400" b="1" dirty="0">
                <a:solidFill>
                  <a:srgbClr val="059669"/>
                </a:solidFill>
                <a:latin typeface="Arial" pitchFamily="34" charset="0"/>
                <a:ea typeface="Arial" pitchFamily="34" charset="-122"/>
                <a:cs typeface="Arial" pitchFamily="34" charset="-120"/>
              </a:rPr>
              <a:t>. </a:t>
            </a:r>
            <a:r>
              <a:rPr lang="en-US" sz="1400" b="1" dirty="0">
                <a:latin typeface="Arial" pitchFamily="34" charset="0"/>
                <a:ea typeface="Arial" pitchFamily="34" charset="-122"/>
                <a:cs typeface="Arial" pitchFamily="34" charset="-120"/>
              </a:rPr>
              <a:t>Ingest</a:t>
            </a:r>
            <a:r>
              <a:rPr lang="en-US" sz="1400" dirty="0">
                <a:solidFill>
                  <a:srgbClr val="1E293B"/>
                </a:solidFill>
                <a:latin typeface="Arial" pitchFamily="34" charset="0"/>
                <a:ea typeface="Arial" pitchFamily="34" charset="-122"/>
                <a:cs typeface="Arial" pitchFamily="34" charset="-120"/>
              </a:rPr>
              <a:t> — Upload raw documents (scanned PDFs, images, Excel) through a secure role-based portal with Admin, Team Member, and Supplier access levels.</a:t>
            </a:r>
            <a:endParaRPr lang="en-US" sz="1400" dirty="0"/>
          </a:p>
          <a:p>
            <a:pPr>
              <a:lnSpc>
                <a:spcPct val="115000"/>
              </a:lnSpc>
            </a:pPr>
            <a:r>
              <a:rPr lang="en-US" sz="1400" b="1" dirty="0">
                <a:solidFill>
                  <a:srgbClr val="059669"/>
                </a:solidFill>
                <a:latin typeface="Arial" pitchFamily="34" charset="0"/>
                <a:ea typeface="Arial" pitchFamily="34" charset="-122"/>
                <a:cs typeface="Arial" pitchFamily="34" charset="-120"/>
              </a:rPr>
              <a:t>2. </a:t>
            </a:r>
            <a:r>
              <a:rPr lang="en-US" sz="1400" b="1" dirty="0">
                <a:latin typeface="Arial" pitchFamily="34" charset="0"/>
                <a:ea typeface="Arial" pitchFamily="34" charset="-122"/>
                <a:cs typeface="Arial" pitchFamily="34" charset="-120"/>
              </a:rPr>
              <a:t>Extract</a:t>
            </a:r>
            <a:r>
              <a:rPr lang="en-US" sz="1400" dirty="0">
                <a:solidFill>
                  <a:srgbClr val="1E293B"/>
                </a:solidFill>
                <a:latin typeface="Arial" pitchFamily="34" charset="0"/>
                <a:ea typeface="Arial" pitchFamily="34" charset="-122"/>
                <a:cs typeface="Arial" pitchFamily="34" charset="-120"/>
              </a:rPr>
              <a:t> — AWS Bedrock (Claude 3 Haiku) reads each document using vision AI and pulls out exact numbers: kWh consumed, wages paid, water used.</a:t>
            </a:r>
            <a:endParaRPr lang="en-US" sz="1400" dirty="0"/>
          </a:p>
          <a:p>
            <a:pPr>
              <a:lnSpc>
                <a:spcPct val="115000"/>
              </a:lnSpc>
            </a:pPr>
            <a:r>
              <a:rPr lang="en-US" sz="1400" b="1" dirty="0">
                <a:solidFill>
                  <a:srgbClr val="059669"/>
                </a:solidFill>
                <a:latin typeface="Arial" pitchFamily="34" charset="0"/>
                <a:ea typeface="Arial" pitchFamily="34" charset="-122"/>
                <a:cs typeface="Arial" pitchFamily="34" charset="-120"/>
              </a:rPr>
              <a:t>3. </a:t>
            </a:r>
            <a:r>
              <a:rPr lang="en-US" sz="1400" b="1" dirty="0">
                <a:latin typeface="Arial" pitchFamily="34" charset="0"/>
                <a:ea typeface="Arial" pitchFamily="34" charset="-122"/>
                <a:cs typeface="Arial" pitchFamily="34" charset="-120"/>
              </a:rPr>
              <a:t>Calculate</a:t>
            </a:r>
            <a:r>
              <a:rPr lang="en-US" sz="1400" dirty="0">
                <a:solidFill>
                  <a:srgbClr val="1E293B"/>
                </a:solidFill>
                <a:latin typeface="Arial" pitchFamily="34" charset="0"/>
                <a:ea typeface="Arial" pitchFamily="34" charset="-122"/>
                <a:cs typeface="Arial" pitchFamily="34" charset="-120"/>
              </a:rPr>
              <a:t> — A deterministic Python engine applies official SEBI formulas. The AI never calculates — Python always calculates. Zero hallucination risk.</a:t>
            </a:r>
            <a:endParaRPr lang="en-US" sz="1400" dirty="0"/>
          </a:p>
          <a:p>
            <a:pPr>
              <a:lnSpc>
                <a:spcPct val="115000"/>
              </a:lnSpc>
            </a:pPr>
            <a:r>
              <a:rPr lang="en-US" sz="1400" b="1" dirty="0">
                <a:solidFill>
                  <a:srgbClr val="059669"/>
                </a:solidFill>
                <a:latin typeface="Arial" pitchFamily="34" charset="0"/>
                <a:ea typeface="Arial" pitchFamily="34" charset="-122"/>
                <a:cs typeface="Arial" pitchFamily="34" charset="-120"/>
              </a:rPr>
              <a:t>4. </a:t>
            </a:r>
            <a:r>
              <a:rPr lang="en-US" sz="1400" b="1" dirty="0">
                <a:latin typeface="Arial" pitchFamily="34" charset="0"/>
                <a:ea typeface="Arial" pitchFamily="34" charset="-122"/>
                <a:cs typeface="Arial" pitchFamily="34" charset="-120"/>
              </a:rPr>
              <a:t>Validate &amp; Report</a:t>
            </a:r>
            <a:r>
              <a:rPr lang="en-US" sz="1400" dirty="0">
                <a:latin typeface="Arial" pitchFamily="34" charset="0"/>
                <a:ea typeface="Arial" pitchFamily="34" charset="-122"/>
                <a:cs typeface="Arial" pitchFamily="34" charset="-120"/>
              </a:rPr>
              <a:t> </a:t>
            </a:r>
            <a:r>
              <a:rPr lang="en-US" sz="1400" dirty="0">
                <a:solidFill>
                  <a:srgbClr val="1E293B"/>
                </a:solidFill>
                <a:latin typeface="Arial" pitchFamily="34" charset="0"/>
                <a:ea typeface="Arial" pitchFamily="34" charset="-122"/>
                <a:cs typeface="Arial" pitchFamily="34" charset="-120"/>
              </a:rPr>
              <a:t>— Every number has a full audit trail (source document → extracted value → formula applied → final KPI). Generates an audit-ready BRSR report</a:t>
            </a:r>
            <a:r>
              <a:rPr lang="en-US" sz="900" dirty="0">
                <a:solidFill>
                  <a:srgbClr val="1E293B"/>
                </a:solidFill>
                <a:latin typeface="Arial" pitchFamily="34" charset="0"/>
                <a:ea typeface="Arial" pitchFamily="34" charset="-122"/>
                <a:cs typeface="Arial" pitchFamily="34" charset="-120"/>
              </a:rPr>
              <a:t>.</a:t>
            </a:r>
            <a:endParaRPr lang="en-US" sz="900" dirty="0"/>
          </a:p>
          <a:p>
            <a:pPr marL="91440">
              <a:defRPr/>
            </a:pPr>
            <a:endParaRPr lang="en-US" sz="1400" dirty="0">
              <a:solidFill>
                <a:srgbClr val="000048"/>
              </a:solidFill>
            </a:endParaRPr>
          </a:p>
        </p:txBody>
      </p:sp>
    </p:spTree>
    <p:extLst>
      <p:ext uri="{BB962C8B-B14F-4D97-AF65-F5344CB8AC3E}">
        <p14:creationId xmlns:p14="http://schemas.microsoft.com/office/powerpoint/2010/main" val="19887252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98DD6-6B52-5474-6250-F96E193D9EE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1468F1D-9D6A-599A-0443-E1FFE4CFDA8E}"/>
              </a:ext>
            </a:extLst>
          </p:cNvPr>
          <p:cNvSpPr/>
          <p:nvPr/>
        </p:nvSpPr>
        <p:spPr>
          <a:xfrm>
            <a:off x="0" y="-43779"/>
            <a:ext cx="12191999" cy="645535"/>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latin typeface="Arial" panose="020B0604020202020204"/>
            </a:endParaRPr>
          </a:p>
        </p:txBody>
      </p:sp>
      <p:sp>
        <p:nvSpPr>
          <p:cNvPr id="4" name="Footer Placeholder 3">
            <a:extLst>
              <a:ext uri="{FF2B5EF4-FFF2-40B4-BE49-F238E27FC236}">
                <a16:creationId xmlns:a16="http://schemas.microsoft.com/office/drawing/2014/main" id="{59F17DB3-EA65-1A10-EB44-623354548EE5}"/>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rPr>
              <a:t>© 2026 Cognizant </a:t>
            </a:r>
          </a:p>
        </p:txBody>
      </p:sp>
      <p:sp>
        <p:nvSpPr>
          <p:cNvPr id="2" name="Slide Number Placeholder 1">
            <a:extLst>
              <a:ext uri="{FF2B5EF4-FFF2-40B4-BE49-F238E27FC236}">
                <a16:creationId xmlns:a16="http://schemas.microsoft.com/office/drawing/2014/main" id="{F36F8504-8480-10FB-4507-ACE63C36B1F1}"/>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
        <p:nvSpPr>
          <p:cNvPr id="7" name="Title 1">
            <a:extLst>
              <a:ext uri="{FF2B5EF4-FFF2-40B4-BE49-F238E27FC236}">
                <a16:creationId xmlns:a16="http://schemas.microsoft.com/office/drawing/2014/main" id="{1407D3AD-54C1-1F86-6123-0DE94629CA82}"/>
              </a:ext>
            </a:extLst>
          </p:cNvPr>
          <p:cNvSpPr txBox="1">
            <a:spLocks/>
          </p:cNvSpPr>
          <p:nvPr/>
        </p:nvSpPr>
        <p:spPr>
          <a:xfrm>
            <a:off x="457199" y="175236"/>
            <a:ext cx="5778632" cy="377964"/>
          </a:xfrm>
          <a:prstGeom prst="rect">
            <a:avLst/>
          </a:prstGeom>
        </p:spPr>
        <p:txBody>
          <a:bodyPr vert="horz" wrap="none" lIns="0" tIns="0" rIns="0" bIns="0" rtlCol="0" anchor="t" anchorCtr="0">
            <a:noAutofit/>
          </a:bodyPr>
          <a:lstStyle>
            <a:lvl1pPr algn="l" defTabSz="1219140" rtl="0" eaLnBrk="1" latinLnBrk="0" hangingPunct="1">
              <a:lnSpc>
                <a:spcPct val="90000"/>
              </a:lnSpc>
              <a:spcBef>
                <a:spcPct val="0"/>
              </a:spcBef>
              <a:buNone/>
              <a:defRPr sz="3200" b="1" kern="1200">
                <a:solidFill>
                  <a:schemeClr val="accent2"/>
                </a:solidFill>
                <a:latin typeface="Arial" panose="020B0604020202020204" pitchFamily="34" charset="0"/>
                <a:ea typeface="+mj-ea"/>
                <a:cs typeface="Arial" panose="020B0604020202020204" pitchFamily="34" charset="0"/>
              </a:defRPr>
            </a:lvl1pPr>
          </a:lstStyle>
          <a:p>
            <a:pPr lvl="0">
              <a:defRPr/>
            </a:pPr>
            <a:r>
              <a:rPr lang="en-US" sz="2400" b="0" dirty="0" err="1">
                <a:solidFill>
                  <a:srgbClr val="FFFFFF"/>
                </a:solidFill>
                <a:latin typeface="Arial" panose="020B0604020202020204"/>
              </a:rPr>
              <a:t>GreenLedger</a:t>
            </a:r>
            <a:r>
              <a:rPr lang="en-US" sz="2400" b="0" dirty="0">
                <a:solidFill>
                  <a:srgbClr val="FFFFFF"/>
                </a:solidFill>
                <a:latin typeface="Arial" panose="020B0604020202020204"/>
              </a:rPr>
              <a:t>-AI</a:t>
            </a:r>
          </a:p>
        </p:txBody>
      </p:sp>
      <p:sp>
        <p:nvSpPr>
          <p:cNvPr id="10" name="TextBox 9">
            <a:extLst>
              <a:ext uri="{FF2B5EF4-FFF2-40B4-BE49-F238E27FC236}">
                <a16:creationId xmlns:a16="http://schemas.microsoft.com/office/drawing/2014/main" id="{78C38E29-9EFF-F208-66A5-0D909001F7B8}"/>
              </a:ext>
            </a:extLst>
          </p:cNvPr>
          <p:cNvSpPr txBox="1"/>
          <p:nvPr/>
        </p:nvSpPr>
        <p:spPr>
          <a:xfrm>
            <a:off x="174171" y="1024940"/>
            <a:ext cx="5829044" cy="5604156"/>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12" name="TextBox 11">
            <a:extLst>
              <a:ext uri="{FF2B5EF4-FFF2-40B4-BE49-F238E27FC236}">
                <a16:creationId xmlns:a16="http://schemas.microsoft.com/office/drawing/2014/main" id="{E2BDDDEF-C999-7A8D-AE1D-89507AEC2968}"/>
              </a:ext>
            </a:extLst>
          </p:cNvPr>
          <p:cNvSpPr txBox="1"/>
          <p:nvPr/>
        </p:nvSpPr>
        <p:spPr>
          <a:xfrm>
            <a:off x="6188784" y="1076630"/>
            <a:ext cx="5785501" cy="5552465"/>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5" name="Arrow: Pentagon 4">
            <a:extLst>
              <a:ext uri="{FF2B5EF4-FFF2-40B4-BE49-F238E27FC236}">
                <a16:creationId xmlns:a16="http://schemas.microsoft.com/office/drawing/2014/main" id="{525EBED6-B2DB-B91B-284D-B232A7F40575}"/>
              </a:ext>
            </a:extLst>
          </p:cNvPr>
          <p:cNvSpPr/>
          <p:nvPr/>
        </p:nvSpPr>
        <p:spPr>
          <a:xfrm>
            <a:off x="174171" y="631976"/>
            <a:ext cx="3924300" cy="392662"/>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Uniqueness / Innovativeness</a:t>
            </a:r>
          </a:p>
        </p:txBody>
      </p:sp>
      <p:sp>
        <p:nvSpPr>
          <p:cNvPr id="6" name="Content Placeholder 9">
            <a:extLst>
              <a:ext uri="{FF2B5EF4-FFF2-40B4-BE49-F238E27FC236}">
                <a16:creationId xmlns:a16="http://schemas.microsoft.com/office/drawing/2014/main" id="{F293E2CD-A5B9-36EA-2CDA-4A9098BC00B6}"/>
              </a:ext>
            </a:extLst>
          </p:cNvPr>
          <p:cNvSpPr>
            <a:spLocks noGrp="1"/>
          </p:cNvSpPr>
          <p:nvPr>
            <p:ph sz="quarter" idx="21"/>
          </p:nvPr>
        </p:nvSpPr>
        <p:spPr>
          <a:xfrm>
            <a:off x="403709" y="1076630"/>
            <a:ext cx="5369968" cy="5383187"/>
          </a:xfrm>
        </p:spPr>
        <p:txBody>
          <a:bodyPr/>
          <a:lstStyle/>
          <a:p>
            <a:pPr>
              <a:lnSpc>
                <a:spcPct val="115000"/>
              </a:lnSpc>
              <a:spcAft>
                <a:spcPts val="300"/>
              </a:spcAft>
            </a:pPr>
            <a:r>
              <a:rPr lang="en-GB" sz="1400" b="1" dirty="0" smtClean="0">
                <a:solidFill>
                  <a:srgbClr val="0078D4"/>
                </a:solidFill>
                <a:latin typeface="15"/>
                <a:ea typeface="Arial" pitchFamily="34" charset="-122"/>
                <a:cs typeface="Arial" pitchFamily="34" charset="-120"/>
              </a:rPr>
              <a:t>Scanned </a:t>
            </a:r>
            <a:r>
              <a:rPr lang="en-GB" sz="1400" b="1" dirty="0">
                <a:solidFill>
                  <a:srgbClr val="0078D4"/>
                </a:solidFill>
                <a:latin typeface="15"/>
                <a:ea typeface="Arial" pitchFamily="34" charset="-122"/>
                <a:cs typeface="Arial" pitchFamily="34" charset="-120"/>
              </a:rPr>
              <a:t>Document Intelligence </a:t>
            </a:r>
            <a:r>
              <a:rPr lang="en-GB" sz="1400" b="1" dirty="0" smtClean="0">
                <a:solidFill>
                  <a:srgbClr val="0078D4"/>
                </a:solidFill>
                <a:latin typeface="15"/>
                <a:ea typeface="Arial" pitchFamily="34" charset="-122"/>
                <a:cs typeface="Arial" pitchFamily="34" charset="-120"/>
              </a:rPr>
              <a:t> : </a:t>
            </a:r>
            <a:r>
              <a:rPr lang="en-GB" sz="1400" dirty="0" smtClean="0">
                <a:latin typeface="15"/>
                <a:ea typeface="Arial" pitchFamily="34" charset="-122"/>
                <a:cs typeface="Arial" pitchFamily="34" charset="-120"/>
              </a:rPr>
              <a:t>We </a:t>
            </a:r>
            <a:r>
              <a:rPr lang="en-GB" sz="1400" dirty="0">
                <a:latin typeface="15"/>
                <a:ea typeface="Arial" pitchFamily="34" charset="-122"/>
                <a:cs typeface="Arial" pitchFamily="34" charset="-120"/>
              </a:rPr>
              <a:t>read raw images and messy bills directly. Competitors still require slow, manual data entry</a:t>
            </a:r>
            <a:r>
              <a:rPr lang="en-GB" sz="1400" dirty="0" smtClean="0">
                <a:latin typeface="15"/>
                <a:ea typeface="Arial" pitchFamily="34" charset="-122"/>
                <a:cs typeface="Arial" pitchFamily="34" charset="-120"/>
              </a:rPr>
              <a:t>.</a:t>
            </a:r>
          </a:p>
          <a:p>
            <a:pPr>
              <a:lnSpc>
                <a:spcPct val="115000"/>
              </a:lnSpc>
              <a:spcAft>
                <a:spcPts val="300"/>
              </a:spcAft>
            </a:pPr>
            <a:r>
              <a:rPr lang="en-GB" sz="1400" b="1" dirty="0" smtClean="0">
                <a:solidFill>
                  <a:srgbClr val="0078D4"/>
                </a:solidFill>
                <a:latin typeface="15"/>
                <a:ea typeface="Arial" pitchFamily="34" charset="-122"/>
                <a:cs typeface="Arial" pitchFamily="34" charset="-120"/>
              </a:rPr>
              <a:t> </a:t>
            </a:r>
            <a:r>
              <a:rPr lang="en-GB" sz="1400" b="1" dirty="0">
                <a:solidFill>
                  <a:srgbClr val="0078D4"/>
                </a:solidFill>
                <a:latin typeface="15"/>
                <a:ea typeface="Arial" pitchFamily="34" charset="-122"/>
                <a:cs typeface="Arial" pitchFamily="34" charset="-120"/>
              </a:rPr>
              <a:t>"AI Reads, Python Calculates" </a:t>
            </a:r>
            <a:r>
              <a:rPr lang="en-GB" sz="1400" b="1" dirty="0" smtClean="0">
                <a:solidFill>
                  <a:srgbClr val="0078D4"/>
                </a:solidFill>
                <a:latin typeface="15"/>
                <a:ea typeface="Arial" pitchFamily="34" charset="-122"/>
                <a:cs typeface="Arial" pitchFamily="34" charset="-120"/>
              </a:rPr>
              <a:t> : </a:t>
            </a:r>
            <a:r>
              <a:rPr lang="en-GB" sz="1400" dirty="0" smtClean="0">
                <a:latin typeface="15"/>
                <a:ea typeface="Arial" pitchFamily="34" charset="-122"/>
                <a:cs typeface="Arial" pitchFamily="34" charset="-120"/>
              </a:rPr>
              <a:t>Architecture </a:t>
            </a:r>
            <a:r>
              <a:rPr lang="en-GB" sz="1400" dirty="0">
                <a:latin typeface="15"/>
                <a:ea typeface="Arial" pitchFamily="34" charset="-122"/>
                <a:cs typeface="Arial" pitchFamily="34" charset="-120"/>
              </a:rPr>
              <a:t>We separate extraction from math to ensure 100% accuracy. Competitors let AI do math, which leads to hallucinations and errors</a:t>
            </a:r>
            <a:r>
              <a:rPr lang="en-GB" sz="1400" b="1" dirty="0">
                <a:latin typeface="15"/>
                <a:ea typeface="Arial" pitchFamily="34" charset="-122"/>
                <a:cs typeface="Arial" pitchFamily="34" charset="-120"/>
              </a:rPr>
              <a:t>. </a:t>
            </a:r>
            <a:endParaRPr lang="en-GB" sz="1400" b="1" dirty="0" smtClean="0">
              <a:latin typeface="15"/>
              <a:ea typeface="Arial" pitchFamily="34" charset="-122"/>
              <a:cs typeface="Arial" pitchFamily="34" charset="-120"/>
            </a:endParaRPr>
          </a:p>
          <a:p>
            <a:pPr>
              <a:lnSpc>
                <a:spcPct val="115000"/>
              </a:lnSpc>
              <a:spcAft>
                <a:spcPts val="300"/>
              </a:spcAft>
            </a:pPr>
            <a:r>
              <a:rPr lang="en-GB" sz="1400" b="1" dirty="0" smtClean="0">
                <a:solidFill>
                  <a:srgbClr val="0078D4"/>
                </a:solidFill>
                <a:latin typeface="15"/>
                <a:ea typeface="Arial" pitchFamily="34" charset="-122"/>
                <a:cs typeface="Arial" pitchFamily="34" charset="-120"/>
              </a:rPr>
              <a:t>SEBI-Native </a:t>
            </a:r>
            <a:r>
              <a:rPr lang="en-GB" sz="1400" b="1" dirty="0">
                <a:solidFill>
                  <a:srgbClr val="0078D4"/>
                </a:solidFill>
                <a:latin typeface="15"/>
                <a:ea typeface="Arial" pitchFamily="34" charset="-122"/>
                <a:cs typeface="Arial" pitchFamily="34" charset="-120"/>
              </a:rPr>
              <a:t>Engineering </a:t>
            </a:r>
            <a:r>
              <a:rPr lang="en-GB" sz="1400" b="1" dirty="0" smtClean="0">
                <a:solidFill>
                  <a:srgbClr val="0078D4"/>
                </a:solidFill>
                <a:latin typeface="15"/>
                <a:ea typeface="Arial" pitchFamily="34" charset="-122"/>
                <a:cs typeface="Arial" pitchFamily="34" charset="-120"/>
              </a:rPr>
              <a:t>: </a:t>
            </a:r>
            <a:r>
              <a:rPr lang="en-GB" sz="1400" dirty="0" smtClean="0">
                <a:latin typeface="15"/>
                <a:ea typeface="Arial" pitchFamily="34" charset="-122"/>
                <a:cs typeface="Arial" pitchFamily="34" charset="-120"/>
              </a:rPr>
              <a:t>Built </a:t>
            </a:r>
            <a:r>
              <a:rPr lang="en-GB" sz="1400" dirty="0">
                <a:latin typeface="15"/>
                <a:ea typeface="Arial" pitchFamily="34" charset="-122"/>
                <a:cs typeface="Arial" pitchFamily="34" charset="-120"/>
              </a:rPr>
              <a:t>specifically for Indian BRSR Core and local CEA grid factors. Global competitors use generic models that fail Indian regulatory rules. </a:t>
            </a:r>
            <a:endParaRPr lang="en-GB" sz="1400" dirty="0" smtClean="0">
              <a:latin typeface="15"/>
              <a:ea typeface="Arial" pitchFamily="34" charset="-122"/>
              <a:cs typeface="Arial" pitchFamily="34" charset="-120"/>
            </a:endParaRPr>
          </a:p>
          <a:p>
            <a:pPr>
              <a:lnSpc>
                <a:spcPct val="115000"/>
              </a:lnSpc>
              <a:spcAft>
                <a:spcPts val="300"/>
              </a:spcAft>
            </a:pPr>
            <a:r>
              <a:rPr lang="en-GB" sz="1400" b="1" dirty="0" smtClean="0">
                <a:solidFill>
                  <a:srgbClr val="0078D4"/>
                </a:solidFill>
                <a:latin typeface="15"/>
                <a:ea typeface="Arial" pitchFamily="34" charset="-122"/>
                <a:cs typeface="Arial" pitchFamily="34" charset="-120"/>
              </a:rPr>
              <a:t>The </a:t>
            </a:r>
            <a:r>
              <a:rPr lang="en-GB" sz="1400" b="1" dirty="0">
                <a:solidFill>
                  <a:srgbClr val="0078D4"/>
                </a:solidFill>
                <a:latin typeface="15"/>
                <a:ea typeface="Arial" pitchFamily="34" charset="-122"/>
                <a:cs typeface="Arial" pitchFamily="34" charset="-120"/>
              </a:rPr>
              <a:t>Live AI War Room </a:t>
            </a:r>
            <a:r>
              <a:rPr lang="en-GB" sz="1400" b="1" dirty="0" smtClean="0">
                <a:solidFill>
                  <a:srgbClr val="0078D4"/>
                </a:solidFill>
                <a:latin typeface="15"/>
                <a:ea typeface="Arial" pitchFamily="34" charset="-122"/>
                <a:cs typeface="Arial" pitchFamily="34" charset="-120"/>
              </a:rPr>
              <a:t>: </a:t>
            </a:r>
            <a:r>
              <a:rPr lang="en-GB" sz="1400" dirty="0" smtClean="0">
                <a:latin typeface="15"/>
                <a:ea typeface="Arial" pitchFamily="34" charset="-122"/>
                <a:cs typeface="Arial" pitchFamily="34" charset="-120"/>
              </a:rPr>
              <a:t>Monitor </a:t>
            </a:r>
            <a:r>
              <a:rPr lang="en-GB" sz="1400" dirty="0">
                <a:latin typeface="15"/>
                <a:ea typeface="Arial" pitchFamily="34" charset="-122"/>
                <a:cs typeface="Arial" pitchFamily="34" charset="-120"/>
              </a:rPr>
              <a:t>processing in real-time at a cost of pennies per document. Competitors are expensive, slow "black boxes" with no </a:t>
            </a:r>
            <a:r>
              <a:rPr lang="en-GB" sz="1400" dirty="0" smtClean="0">
                <a:latin typeface="15"/>
                <a:ea typeface="Arial" pitchFamily="34" charset="-122"/>
                <a:cs typeface="Arial" pitchFamily="34" charset="-120"/>
              </a:rPr>
              <a:t>visibility.</a:t>
            </a:r>
            <a:r>
              <a:rPr lang="en-US" sz="1400" dirty="0" smtClean="0">
                <a:latin typeface="15"/>
                <a:ea typeface="Arial" pitchFamily="34" charset="-122"/>
                <a:cs typeface="Arial" pitchFamily="34" charset="-120"/>
              </a:rPr>
              <a:t>.</a:t>
            </a:r>
            <a:endParaRPr lang="en-US" sz="1400" dirty="0" smtClean="0">
              <a:latin typeface="15"/>
            </a:endParaRPr>
          </a:p>
          <a:p>
            <a:pPr indent="-122238">
              <a:spcBef>
                <a:spcPts val="0"/>
              </a:spcBef>
              <a:defRPr/>
            </a:pPr>
            <a:endParaRPr lang="en-US" sz="1400" dirty="0">
              <a:solidFill>
                <a:schemeClr val="tx2"/>
              </a:solidFill>
            </a:endParaRPr>
          </a:p>
        </p:txBody>
      </p:sp>
      <p:sp>
        <p:nvSpPr>
          <p:cNvPr id="9" name="Arrow: Pentagon 8">
            <a:extLst>
              <a:ext uri="{FF2B5EF4-FFF2-40B4-BE49-F238E27FC236}">
                <a16:creationId xmlns:a16="http://schemas.microsoft.com/office/drawing/2014/main" id="{65185B65-BFBE-8996-BFCB-A93D2E21224C}"/>
              </a:ext>
            </a:extLst>
          </p:cNvPr>
          <p:cNvSpPr/>
          <p:nvPr/>
        </p:nvSpPr>
        <p:spPr>
          <a:xfrm>
            <a:off x="6188784" y="631976"/>
            <a:ext cx="4522758" cy="414434"/>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lang="en-US" sz="1600" b="1" kern="0" dirty="0">
                <a:solidFill>
                  <a:schemeClr val="bg1"/>
                </a:solidFill>
                <a:latin typeface="+mj-lt"/>
                <a:ea typeface="Segoe UI" panose="020B0502040204020203" pitchFamily="34" charset="0"/>
                <a:cs typeface="Arial" panose="020B0604020202020204" pitchFamily="34" charset="0"/>
              </a:rPr>
              <a:t>Business</a:t>
            </a: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 Impact</a:t>
            </a:r>
          </a:p>
        </p:txBody>
      </p:sp>
      <p:sp>
        <p:nvSpPr>
          <p:cNvPr id="11" name="Content Placeholder 9">
            <a:extLst>
              <a:ext uri="{FF2B5EF4-FFF2-40B4-BE49-F238E27FC236}">
                <a16:creationId xmlns:a16="http://schemas.microsoft.com/office/drawing/2014/main" id="{EA194955-6208-156E-96F5-58AEA47DF8BA}"/>
              </a:ext>
            </a:extLst>
          </p:cNvPr>
          <p:cNvSpPr txBox="1">
            <a:spLocks/>
          </p:cNvSpPr>
          <p:nvPr/>
        </p:nvSpPr>
        <p:spPr>
          <a:xfrm>
            <a:off x="6268489" y="1076630"/>
            <a:ext cx="5705796" cy="5552465"/>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spcAft>
                <a:spcPts val="600"/>
              </a:spcAft>
            </a:pPr>
            <a:r>
              <a:rPr lang="en-US" sz="1400" b="1" dirty="0">
                <a:solidFill>
                  <a:srgbClr val="059669"/>
                </a:solidFill>
                <a:latin typeface="Arial" pitchFamily="34" charset="0"/>
                <a:ea typeface="Arial" pitchFamily="34" charset="-122"/>
                <a:cs typeface="Arial" pitchFamily="34" charset="-120"/>
              </a:rPr>
              <a:t>Quantitative Benefits</a:t>
            </a:r>
            <a:endParaRPr lang="en-US" sz="1400" dirty="0"/>
          </a:p>
          <a:p>
            <a:pPr>
              <a:lnSpc>
                <a:spcPct val="115000"/>
              </a:lnSpc>
              <a:spcAft>
                <a:spcPts val="200"/>
              </a:spcAft>
            </a:pPr>
            <a:r>
              <a:rPr lang="en-US" sz="1400" b="1" dirty="0">
                <a:solidFill>
                  <a:srgbClr val="1E293B"/>
                </a:solidFill>
                <a:latin typeface="Arial" pitchFamily="34" charset="0"/>
                <a:ea typeface="Arial" pitchFamily="34" charset="-122"/>
                <a:cs typeface="Arial" pitchFamily="34" charset="-120"/>
              </a:rPr>
              <a:t>₹40–80L → ₹2L/year</a:t>
            </a:r>
            <a:endParaRPr lang="en-US" sz="1400" dirty="0"/>
          </a:p>
          <a:p>
            <a:pPr>
              <a:lnSpc>
                <a:spcPct val="115000"/>
              </a:lnSpc>
              <a:spcAft>
                <a:spcPts val="600"/>
              </a:spcAft>
            </a:pPr>
            <a:r>
              <a:rPr lang="en-US" sz="1400" dirty="0" smtClean="0">
                <a:solidFill>
                  <a:srgbClr val="475569"/>
                </a:solidFill>
                <a:latin typeface="Arial" pitchFamily="34" charset="0"/>
                <a:ea typeface="Arial" pitchFamily="34" charset="-122"/>
                <a:cs typeface="Arial" pitchFamily="34" charset="-120"/>
              </a:rPr>
              <a:t>40% </a:t>
            </a:r>
            <a:r>
              <a:rPr lang="en-US" sz="1400" dirty="0">
                <a:solidFill>
                  <a:srgbClr val="475569"/>
                </a:solidFill>
                <a:latin typeface="Arial" pitchFamily="34" charset="0"/>
                <a:ea typeface="Arial" pitchFamily="34" charset="-122"/>
                <a:cs typeface="Arial" pitchFamily="34" charset="-120"/>
              </a:rPr>
              <a:t>reduction in BRSR compliance cost per company</a:t>
            </a:r>
            <a:endParaRPr lang="en-US" sz="1400" dirty="0"/>
          </a:p>
          <a:p>
            <a:pPr>
              <a:lnSpc>
                <a:spcPct val="115000"/>
              </a:lnSpc>
              <a:spcAft>
                <a:spcPts val="200"/>
              </a:spcAft>
            </a:pPr>
            <a:r>
              <a:rPr lang="en-US" sz="1400" b="1" dirty="0">
                <a:solidFill>
                  <a:srgbClr val="1E293B"/>
                </a:solidFill>
                <a:latin typeface="Arial" pitchFamily="34" charset="0"/>
                <a:ea typeface="Arial" pitchFamily="34" charset="-122"/>
                <a:cs typeface="Arial" pitchFamily="34" charset="-120"/>
              </a:rPr>
              <a:t>3–6 months → &lt;1 week</a:t>
            </a:r>
            <a:endParaRPr lang="en-US" sz="1400" dirty="0"/>
          </a:p>
          <a:p>
            <a:pPr>
              <a:lnSpc>
                <a:spcPct val="115000"/>
              </a:lnSpc>
              <a:spcAft>
                <a:spcPts val="600"/>
              </a:spcAft>
            </a:pPr>
            <a:r>
              <a:rPr lang="en-US" sz="1400" dirty="0">
                <a:solidFill>
                  <a:srgbClr val="475569"/>
                </a:solidFill>
                <a:latin typeface="Arial" pitchFamily="34" charset="0"/>
                <a:ea typeface="Arial" pitchFamily="34" charset="-122"/>
                <a:cs typeface="Arial" pitchFamily="34" charset="-120"/>
              </a:rPr>
              <a:t>Compliance timeline compressed </a:t>
            </a:r>
            <a:r>
              <a:rPr lang="en-US" sz="1400" dirty="0" smtClean="0">
                <a:solidFill>
                  <a:srgbClr val="475569"/>
                </a:solidFill>
                <a:latin typeface="Arial" pitchFamily="34" charset="0"/>
                <a:ea typeface="Arial" pitchFamily="34" charset="-122"/>
                <a:cs typeface="Arial" pitchFamily="34" charset="-120"/>
              </a:rPr>
              <a:t>by 60%+</a:t>
            </a:r>
            <a:endParaRPr lang="en-US" sz="1400" dirty="0"/>
          </a:p>
          <a:p>
            <a:pPr>
              <a:lnSpc>
                <a:spcPct val="115000"/>
              </a:lnSpc>
              <a:spcAft>
                <a:spcPts val="200"/>
              </a:spcAft>
            </a:pPr>
            <a:r>
              <a:rPr lang="en-US" sz="1400" b="1" dirty="0">
                <a:solidFill>
                  <a:srgbClr val="1E293B"/>
                </a:solidFill>
                <a:latin typeface="Arial" pitchFamily="34" charset="0"/>
                <a:ea typeface="Arial" pitchFamily="34" charset="-122"/>
                <a:cs typeface="Arial" pitchFamily="34" charset="-120"/>
              </a:rPr>
              <a:t>&lt;30 seconds per document</a:t>
            </a:r>
            <a:endParaRPr lang="en-US" sz="1400" dirty="0"/>
          </a:p>
          <a:p>
            <a:pPr>
              <a:lnSpc>
                <a:spcPct val="115000"/>
              </a:lnSpc>
              <a:spcAft>
                <a:spcPts val="1000"/>
              </a:spcAft>
            </a:pPr>
            <a:r>
              <a:rPr lang="en-US" sz="1400" dirty="0">
                <a:solidFill>
                  <a:srgbClr val="475569"/>
                </a:solidFill>
                <a:latin typeface="Arial" pitchFamily="34" charset="0"/>
                <a:ea typeface="Arial" pitchFamily="34" charset="-122"/>
                <a:cs typeface="Arial" pitchFamily="34" charset="-120"/>
              </a:rPr>
              <a:t>vs. hours of manual data entry per file</a:t>
            </a:r>
            <a:endParaRPr lang="en-US" sz="1400" dirty="0"/>
          </a:p>
          <a:p>
            <a:pPr>
              <a:lnSpc>
                <a:spcPct val="115000"/>
              </a:lnSpc>
              <a:spcAft>
                <a:spcPts val="600"/>
              </a:spcAft>
            </a:pPr>
            <a:r>
              <a:rPr lang="en-US" sz="1400" b="1" dirty="0">
                <a:solidFill>
                  <a:srgbClr val="059669"/>
                </a:solidFill>
                <a:latin typeface="Arial" pitchFamily="34" charset="0"/>
                <a:ea typeface="Arial" pitchFamily="34" charset="-122"/>
                <a:cs typeface="Arial" pitchFamily="34" charset="-120"/>
              </a:rPr>
              <a:t>Market Opportunity</a:t>
            </a:r>
            <a:endParaRPr lang="en-US" sz="1400" dirty="0"/>
          </a:p>
          <a:p>
            <a:pPr>
              <a:lnSpc>
                <a:spcPct val="115000"/>
              </a:lnSpc>
              <a:spcAft>
                <a:spcPts val="200"/>
              </a:spcAft>
            </a:pPr>
            <a:r>
              <a:rPr lang="en-US" sz="1400" b="1" dirty="0">
                <a:solidFill>
                  <a:srgbClr val="1E293B"/>
                </a:solidFill>
                <a:latin typeface="Arial" pitchFamily="34" charset="0"/>
                <a:ea typeface="Arial" pitchFamily="34" charset="-122"/>
                <a:cs typeface="Arial" pitchFamily="34" charset="-120"/>
              </a:rPr>
              <a:t>₹800 Cr+/year</a:t>
            </a:r>
            <a:endParaRPr lang="en-US" sz="1400" dirty="0"/>
          </a:p>
          <a:p>
            <a:pPr>
              <a:lnSpc>
                <a:spcPct val="115000"/>
              </a:lnSpc>
              <a:spcAft>
                <a:spcPts val="600"/>
              </a:spcAft>
            </a:pPr>
            <a:r>
              <a:rPr lang="en-US" sz="1400" dirty="0">
                <a:solidFill>
                  <a:srgbClr val="475569"/>
                </a:solidFill>
                <a:latin typeface="Arial" pitchFamily="34" charset="0"/>
                <a:ea typeface="Arial" pitchFamily="34" charset="-122"/>
                <a:cs typeface="Arial" pitchFamily="34" charset="-120"/>
              </a:rPr>
              <a:t>Primary market: 1,000 SEBI-mandated companies</a:t>
            </a:r>
            <a:endParaRPr lang="en-US" sz="1400" dirty="0"/>
          </a:p>
          <a:p>
            <a:pPr>
              <a:lnSpc>
                <a:spcPct val="115000"/>
              </a:lnSpc>
            </a:pPr>
            <a:r>
              <a:rPr lang="en-US" sz="1400" b="1" dirty="0">
                <a:solidFill>
                  <a:srgbClr val="1E293B"/>
                </a:solidFill>
                <a:latin typeface="Arial" pitchFamily="34" charset="0"/>
                <a:ea typeface="Arial" pitchFamily="34" charset="-122"/>
                <a:cs typeface="Arial" pitchFamily="34" charset="-120"/>
              </a:rPr>
              <a:t>ROI: </a:t>
            </a:r>
            <a:r>
              <a:rPr lang="en-US" sz="1400" dirty="0">
                <a:solidFill>
                  <a:srgbClr val="1E293B"/>
                </a:solidFill>
                <a:latin typeface="Arial" pitchFamily="34" charset="0"/>
                <a:ea typeface="Arial" pitchFamily="34" charset="-122"/>
                <a:cs typeface="Arial" pitchFamily="34" charset="-120"/>
              </a:rPr>
              <a:t>A company spending ₹50L on ESG consultants saves in the first month. At scale, the supply chain multiplier grows this to ₹4,000–40,000 Cr.</a:t>
            </a:r>
            <a:endParaRPr lang="en-US" sz="1400" dirty="0"/>
          </a:p>
          <a:p>
            <a:pPr>
              <a:spcBef>
                <a:spcPts val="0"/>
              </a:spcBef>
            </a:pPr>
            <a:endParaRPr lang="en-US" sz="1400" dirty="0">
              <a:solidFill>
                <a:schemeClr val="tx2"/>
              </a:solidFill>
            </a:endParaRPr>
          </a:p>
        </p:txBody>
      </p:sp>
    </p:spTree>
    <p:extLst>
      <p:ext uri="{BB962C8B-B14F-4D97-AF65-F5344CB8AC3E}">
        <p14:creationId xmlns:p14="http://schemas.microsoft.com/office/powerpoint/2010/main" val="18100241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A1E35-8838-5ED2-C5B6-BF0A77C9C8F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5DC7086-439C-EB5A-C32E-4C92E219C031}"/>
              </a:ext>
            </a:extLst>
          </p:cNvPr>
          <p:cNvSpPr/>
          <p:nvPr/>
        </p:nvSpPr>
        <p:spPr>
          <a:xfrm>
            <a:off x="0" y="0"/>
            <a:ext cx="12191999" cy="601756"/>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latin typeface="Arial" panose="020B0604020202020204"/>
            </a:endParaRPr>
          </a:p>
        </p:txBody>
      </p:sp>
      <p:sp>
        <p:nvSpPr>
          <p:cNvPr id="4" name="Footer Placeholder 3">
            <a:extLst>
              <a:ext uri="{FF2B5EF4-FFF2-40B4-BE49-F238E27FC236}">
                <a16:creationId xmlns:a16="http://schemas.microsoft.com/office/drawing/2014/main" id="{B4F5D635-C241-439F-EEBB-4A22AD40DB3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rPr>
              <a:t>© 2026 Cognizant</a:t>
            </a:r>
          </a:p>
        </p:txBody>
      </p:sp>
      <p:sp>
        <p:nvSpPr>
          <p:cNvPr id="2" name="Slide Number Placeholder 1">
            <a:extLst>
              <a:ext uri="{FF2B5EF4-FFF2-40B4-BE49-F238E27FC236}">
                <a16:creationId xmlns:a16="http://schemas.microsoft.com/office/drawing/2014/main" id="{362A3B8E-042C-A09E-7539-8ACE13E39ED1}"/>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
        <p:nvSpPr>
          <p:cNvPr id="7" name="Title 1">
            <a:extLst>
              <a:ext uri="{FF2B5EF4-FFF2-40B4-BE49-F238E27FC236}">
                <a16:creationId xmlns:a16="http://schemas.microsoft.com/office/drawing/2014/main" id="{AA02EDDE-EE21-402C-78DC-8B80CA95E61F}"/>
              </a:ext>
            </a:extLst>
          </p:cNvPr>
          <p:cNvSpPr txBox="1">
            <a:spLocks/>
          </p:cNvSpPr>
          <p:nvPr/>
        </p:nvSpPr>
        <p:spPr>
          <a:xfrm>
            <a:off x="457199" y="175236"/>
            <a:ext cx="5778632" cy="377964"/>
          </a:xfrm>
          <a:prstGeom prst="rect">
            <a:avLst/>
          </a:prstGeom>
        </p:spPr>
        <p:txBody>
          <a:bodyPr vert="horz" wrap="none" lIns="0" tIns="0" rIns="0" bIns="0" rtlCol="0" anchor="t" anchorCtr="0">
            <a:noAutofit/>
          </a:bodyPr>
          <a:lstStyle>
            <a:lvl1pPr algn="l" defTabSz="1219140" rtl="0" eaLnBrk="1" latinLnBrk="0" hangingPunct="1">
              <a:lnSpc>
                <a:spcPct val="90000"/>
              </a:lnSpc>
              <a:spcBef>
                <a:spcPct val="0"/>
              </a:spcBef>
              <a:buNone/>
              <a:defRPr sz="3200" b="1" kern="1200">
                <a:solidFill>
                  <a:schemeClr val="accent2"/>
                </a:solidFill>
                <a:latin typeface="Arial" panose="020B0604020202020204" pitchFamily="34" charset="0"/>
                <a:ea typeface="+mj-ea"/>
                <a:cs typeface="Arial" panose="020B0604020202020204" pitchFamily="34" charset="0"/>
              </a:defRPr>
            </a:lvl1pPr>
          </a:lstStyle>
          <a:p>
            <a:pPr lvl="0">
              <a:defRPr/>
            </a:pPr>
            <a:r>
              <a:rPr lang="en-US" sz="2400" b="0" dirty="0" err="1">
                <a:solidFill>
                  <a:srgbClr val="FFFFFF"/>
                </a:solidFill>
                <a:latin typeface="Arial" panose="020B0604020202020204"/>
              </a:rPr>
              <a:t>GreenLedger</a:t>
            </a:r>
            <a:r>
              <a:rPr lang="en-US" sz="2400" b="0" dirty="0">
                <a:solidFill>
                  <a:srgbClr val="FFFFFF"/>
                </a:solidFill>
                <a:latin typeface="Arial" panose="020B0604020202020204"/>
              </a:rPr>
              <a:t>-AI</a:t>
            </a:r>
          </a:p>
        </p:txBody>
      </p:sp>
      <p:sp>
        <p:nvSpPr>
          <p:cNvPr id="22" name="TextBox 21">
            <a:extLst>
              <a:ext uri="{FF2B5EF4-FFF2-40B4-BE49-F238E27FC236}">
                <a16:creationId xmlns:a16="http://schemas.microsoft.com/office/drawing/2014/main" id="{A7939F33-AEB3-9831-E36A-CF4583BA7FC1}"/>
              </a:ext>
            </a:extLst>
          </p:cNvPr>
          <p:cNvSpPr txBox="1"/>
          <p:nvPr/>
        </p:nvSpPr>
        <p:spPr>
          <a:xfrm>
            <a:off x="3910009" y="6528876"/>
            <a:ext cx="4206240" cy="153888"/>
          </a:xfrm>
          <a:prstGeom prst="rect">
            <a:avLst/>
          </a:prstGeom>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48"/>
                </a:solidFill>
                <a:effectLst/>
                <a:uLnTx/>
                <a:uFillTx/>
                <a:latin typeface="Arial" panose="020B0604020202020204"/>
                <a:ea typeface="+mn-ea"/>
                <a:cs typeface="+mn-cs"/>
              </a:rPr>
              <a:t>** Use additional slides to include other relevant details, as required. </a:t>
            </a:r>
          </a:p>
        </p:txBody>
      </p:sp>
      <p:sp>
        <p:nvSpPr>
          <p:cNvPr id="10" name="TextBox 9">
            <a:extLst>
              <a:ext uri="{FF2B5EF4-FFF2-40B4-BE49-F238E27FC236}">
                <a16:creationId xmlns:a16="http://schemas.microsoft.com/office/drawing/2014/main" id="{A8334A70-DDF9-CFF2-F8FA-4E342559EB10}"/>
              </a:ext>
            </a:extLst>
          </p:cNvPr>
          <p:cNvSpPr txBox="1"/>
          <p:nvPr/>
        </p:nvSpPr>
        <p:spPr>
          <a:xfrm>
            <a:off x="5609968" y="1112153"/>
            <a:ext cx="6111880" cy="5326196"/>
          </a:xfrm>
          <a:prstGeom prst="rect">
            <a:avLst/>
          </a:prstGeom>
          <a:solidFill>
            <a:schemeClr val="bg1"/>
          </a:solidFill>
          <a:ln>
            <a:solidFill>
              <a:schemeClr val="accent4">
                <a:lumMod val="50000"/>
              </a:schemeClr>
            </a:solidFill>
          </a:ln>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5" name="Arrow: Pentagon 4">
            <a:extLst>
              <a:ext uri="{FF2B5EF4-FFF2-40B4-BE49-F238E27FC236}">
                <a16:creationId xmlns:a16="http://schemas.microsoft.com/office/drawing/2014/main" id="{4467C894-31FD-77B9-DD8C-EDB961BCFBDC}"/>
              </a:ext>
            </a:extLst>
          </p:cNvPr>
          <p:cNvSpPr/>
          <p:nvPr/>
        </p:nvSpPr>
        <p:spPr>
          <a:xfrm>
            <a:off x="388532" y="805920"/>
            <a:ext cx="5426785" cy="306232"/>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Technical Design and architecture</a:t>
            </a:r>
          </a:p>
        </p:txBody>
      </p:sp>
      <p:sp>
        <p:nvSpPr>
          <p:cNvPr id="6" name="Content Placeholder 9">
            <a:extLst>
              <a:ext uri="{FF2B5EF4-FFF2-40B4-BE49-F238E27FC236}">
                <a16:creationId xmlns:a16="http://schemas.microsoft.com/office/drawing/2014/main" id="{EA4A1186-2DC0-71F3-F90D-A7CEECC535A5}"/>
              </a:ext>
            </a:extLst>
          </p:cNvPr>
          <p:cNvSpPr>
            <a:spLocks noGrp="1"/>
          </p:cNvSpPr>
          <p:nvPr>
            <p:ph sz="quarter" idx="21"/>
          </p:nvPr>
        </p:nvSpPr>
        <p:spPr>
          <a:xfrm>
            <a:off x="633247" y="1499755"/>
            <a:ext cx="4583187" cy="542837"/>
          </a:xfrm>
        </p:spPr>
        <p:txBody>
          <a:bodyPr/>
          <a:lstStyle/>
          <a:p>
            <a:r>
              <a:rPr lang="en-US" sz="1400" dirty="0" smtClean="0"/>
              <a:t>. </a:t>
            </a:r>
            <a:endParaRPr lang="en-US" sz="14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1408" y="792552"/>
            <a:ext cx="6020440" cy="5460634"/>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813064414"/>
              </p:ext>
            </p:extLst>
          </p:nvPr>
        </p:nvGraphicFramePr>
        <p:xfrm>
          <a:off x="365760" y="1234440"/>
          <a:ext cx="5244208" cy="2514600"/>
        </p:xfrm>
        <a:graphic>
          <a:graphicData uri="http://schemas.openxmlformats.org/drawingml/2006/table">
            <a:tbl>
              <a:tblPr/>
              <a:tblGrid>
                <a:gridCol w="11887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952368">
                  <a:extLst>
                    <a:ext uri="{9D8B030D-6E8A-4147-A177-3AD203B41FA5}">
                      <a16:colId xmlns:a16="http://schemas.microsoft.com/office/drawing/2014/main" val="20002"/>
                    </a:ext>
                  </a:extLst>
                </a:gridCol>
              </a:tblGrid>
              <a:tr h="256032">
                <a:tc>
                  <a:txBody>
                    <a:bodyPr/>
                    <a:lstStyle/>
                    <a:p>
                      <a:pPr marL="0" indent="0">
                        <a:buNone/>
                      </a:pPr>
                      <a:r>
                        <a:rPr lang="en-US" sz="1100" b="1" dirty="0">
                          <a:solidFill>
                            <a:srgbClr val="FFFFFF"/>
                          </a:solidFill>
                        </a:rPr>
                        <a:t>Layer</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0048"/>
                    </a:solidFill>
                  </a:tcPr>
                </a:tc>
                <a:tc>
                  <a:txBody>
                    <a:bodyPr/>
                    <a:lstStyle/>
                    <a:p>
                      <a:pPr marL="0" indent="0">
                        <a:buNone/>
                      </a:pPr>
                      <a:r>
                        <a:rPr lang="en-US" sz="1100" b="1" dirty="0">
                          <a:solidFill>
                            <a:srgbClr val="FFFFFF"/>
                          </a:solidFill>
                        </a:rPr>
                        <a:t>Technology</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0048"/>
                    </a:solidFill>
                  </a:tcPr>
                </a:tc>
                <a:tc>
                  <a:txBody>
                    <a:bodyPr/>
                    <a:lstStyle/>
                    <a:p>
                      <a:pPr marL="0" indent="0">
                        <a:buNone/>
                      </a:pPr>
                      <a:r>
                        <a:rPr lang="en-US" sz="1100" b="1" dirty="0">
                          <a:solidFill>
                            <a:srgbClr val="FFFFFF"/>
                          </a:solidFill>
                        </a:rPr>
                        <a:t>Purpose</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0048"/>
                    </a:solidFill>
                  </a:tcPr>
                </a:tc>
                <a:extLst>
                  <a:ext uri="{0D108BD9-81ED-4DB2-BD59-A6C34878D82A}">
                    <a16:rowId xmlns:a16="http://schemas.microsoft.com/office/drawing/2014/main" val="10000"/>
                  </a:ext>
                </a:extLst>
              </a:tr>
              <a:tr h="256032">
                <a:tc>
                  <a:txBody>
                    <a:bodyPr/>
                    <a:lstStyle/>
                    <a:p>
                      <a:pPr marL="0" indent="0">
                        <a:buNone/>
                      </a:pPr>
                      <a:r>
                        <a:rPr lang="en-US" sz="850" b="1" dirty="0">
                          <a:solidFill>
                            <a:srgbClr val="000000"/>
                          </a:solidFill>
                        </a:rPr>
                        <a:t>Frontend</a:t>
                      </a:r>
                      <a:endParaRPr lang="en-US" sz="85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React + Vite + Tailwind</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Responsive SPA</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1"/>
                  </a:ext>
                </a:extLst>
              </a:tr>
              <a:tr h="256032">
                <a:tc>
                  <a:txBody>
                    <a:bodyPr/>
                    <a:lstStyle/>
                    <a:p>
                      <a:pPr marL="0" indent="0">
                        <a:buNone/>
                      </a:pPr>
                      <a:r>
                        <a:rPr lang="en-US" sz="850" b="1" dirty="0">
                          <a:solidFill>
                            <a:srgbClr val="000000"/>
                          </a:solidFill>
                        </a:rPr>
                        <a:t>Backend API</a:t>
                      </a:r>
                      <a:endParaRPr lang="en-US" sz="85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Node.js + Express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REST API, JWT auth, RBAC</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2"/>
                  </a:ext>
                </a:extLst>
              </a:tr>
              <a:tr h="256032">
                <a:tc>
                  <a:txBody>
                    <a:bodyPr/>
                    <a:lstStyle/>
                    <a:p>
                      <a:pPr marL="0" indent="0">
                        <a:buNone/>
                      </a:pPr>
                      <a:r>
                        <a:rPr lang="en-US" sz="850" b="1" dirty="0">
                          <a:solidFill>
                            <a:srgbClr val="000000"/>
                          </a:solidFill>
                        </a:rPr>
                        <a:t>Database</a:t>
                      </a:r>
                      <a:endParaRPr lang="en-US" sz="85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MongoDB Atlas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Flexible KPI JSON schema</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3"/>
                  </a:ext>
                </a:extLst>
              </a:tr>
              <a:tr h="256032">
                <a:tc>
                  <a:txBody>
                    <a:bodyPr/>
                    <a:lstStyle/>
                    <a:p>
                      <a:pPr marL="0" indent="0">
                        <a:buNone/>
                      </a:pPr>
                      <a:r>
                        <a:rPr lang="en-US" sz="850" b="1" dirty="0">
                          <a:solidFill>
                            <a:srgbClr val="000000"/>
                          </a:solidFill>
                        </a:rPr>
                        <a:t>AI Engine</a:t>
                      </a:r>
                      <a:endParaRPr lang="en-US" sz="85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Python FastAPI</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Async doc processing</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4"/>
                  </a:ext>
                </a:extLst>
              </a:tr>
              <a:tr h="256032">
                <a:tc>
                  <a:txBody>
                    <a:bodyPr/>
                    <a:lstStyle/>
                    <a:p>
                      <a:pPr marL="0" indent="0">
                        <a:buNone/>
                      </a:pPr>
                      <a:r>
                        <a:rPr lang="en-US" sz="850" b="1" dirty="0">
                          <a:solidFill>
                            <a:srgbClr val="000000"/>
                          </a:solidFill>
                        </a:rPr>
                        <a:t>AI Models</a:t>
                      </a:r>
                      <a:endParaRPr lang="en-US" sz="85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AWS Bedrock</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smtClean="0">
                          <a:solidFill>
                            <a:srgbClr val="000000"/>
                          </a:solidFill>
                        </a:rPr>
                        <a:t>Claude 3 Haiku + Sonnet</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5"/>
                  </a:ext>
                </a:extLst>
              </a:tr>
              <a:tr h="256032">
                <a:tc>
                  <a:txBody>
                    <a:bodyPr/>
                    <a:lstStyle/>
                    <a:p>
                      <a:pPr marL="0" indent="0">
                        <a:buNone/>
                      </a:pPr>
                      <a:r>
                        <a:rPr lang="en-US" sz="850" b="1" dirty="0">
                          <a:solidFill>
                            <a:srgbClr val="000000"/>
                          </a:solidFill>
                        </a:rPr>
                        <a:t>Storage</a:t>
                      </a:r>
                      <a:endParaRPr lang="en-US" sz="85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smtClean="0">
                          <a:solidFill>
                            <a:srgbClr val="000000"/>
                          </a:solidFill>
                        </a:rPr>
                        <a:t>AWS S3</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Secure doc storage</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6"/>
                  </a:ext>
                </a:extLst>
              </a:tr>
              <a:tr h="256032">
                <a:tc>
                  <a:txBody>
                    <a:bodyPr/>
                    <a:lstStyle/>
                    <a:p>
                      <a:pPr marL="0" indent="0">
                        <a:buNone/>
                      </a:pPr>
                      <a:r>
                        <a:rPr lang="en-US" sz="850" b="1" dirty="0">
                          <a:solidFill>
                            <a:srgbClr val="000000"/>
                          </a:solidFill>
                        </a:rPr>
                        <a:t>Queue</a:t>
                      </a:r>
                      <a:endParaRPr lang="en-US" sz="85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BullMQ + Redis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a:solidFill>
                            <a:srgbClr val="000000"/>
                          </a:solidFill>
                        </a:rPr>
                        <a:t>Reliable job processing</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7"/>
                  </a:ext>
                </a:extLst>
              </a:tr>
              <a:tr h="256032">
                <a:tc>
                  <a:txBody>
                    <a:bodyPr/>
                    <a:lstStyle/>
                    <a:p>
                      <a:pPr marL="0" indent="0">
                        <a:buNone/>
                      </a:pPr>
                      <a:r>
                        <a:rPr lang="en-US" sz="850" b="1" dirty="0">
                          <a:solidFill>
                            <a:srgbClr val="000000"/>
                          </a:solidFill>
                        </a:rPr>
                        <a:t>Cache</a:t>
                      </a:r>
                      <a:endParaRPr lang="en-US" sz="85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100" dirty="0" err="1" smtClean="0">
                          <a:solidFill>
                            <a:srgbClr val="000000"/>
                          </a:solidFill>
                        </a:rPr>
                        <a:t>Redis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200" dirty="0">
                          <a:solidFill>
                            <a:srgbClr val="000000"/>
                          </a:solidFill>
                        </a:rPr>
                        <a:t>60s TTL, per-tenant</a:t>
                      </a:r>
                      <a:endParaRPr lang="en-US" sz="12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8"/>
                  </a:ext>
                </a:extLst>
              </a:tr>
            </a:tbl>
          </a:graphicData>
        </a:graphic>
      </p:graphicFrame>
      <p:sp>
        <p:nvSpPr>
          <p:cNvPr id="17" name="Shape 6"/>
          <p:cNvSpPr/>
          <p:nvPr/>
        </p:nvSpPr>
        <p:spPr>
          <a:xfrm>
            <a:off x="306448" y="4055199"/>
            <a:ext cx="5303520" cy="292608"/>
          </a:xfrm>
          <a:prstGeom prst="rect">
            <a:avLst/>
          </a:prstGeom>
          <a:solidFill>
            <a:srgbClr val="0078D4"/>
          </a:solidFill>
          <a:ln/>
        </p:spPr>
      </p:sp>
      <p:sp>
        <p:nvSpPr>
          <p:cNvPr id="18" name="Text 7"/>
          <p:cNvSpPr/>
          <p:nvPr/>
        </p:nvSpPr>
        <p:spPr>
          <a:xfrm>
            <a:off x="365760" y="3954162"/>
            <a:ext cx="5212080" cy="476724"/>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AWS / AI / GenAI Capabilities</a:t>
            </a:r>
            <a:endParaRPr lang="en-US" sz="1000" dirty="0"/>
          </a:p>
        </p:txBody>
      </p:sp>
      <p:sp>
        <p:nvSpPr>
          <p:cNvPr id="19" name="Text 8"/>
          <p:cNvSpPr/>
          <p:nvPr/>
        </p:nvSpPr>
        <p:spPr>
          <a:xfrm>
            <a:off x="457200" y="4389120"/>
            <a:ext cx="5029200" cy="1920240"/>
          </a:xfrm>
          <a:prstGeom prst="rect">
            <a:avLst/>
          </a:prstGeom>
          <a:noFill/>
          <a:ln/>
        </p:spPr>
        <p:txBody>
          <a:bodyPr wrap="square" lIns="0" tIns="0" rIns="0" bIns="0" rtlCol="0" anchor="t"/>
          <a:lstStyle/>
          <a:p>
            <a:pPr marL="0" indent="0">
              <a:buNone/>
            </a:pPr>
            <a:r>
              <a:rPr lang="en-US" sz="1200" b="1" dirty="0">
                <a:solidFill>
                  <a:srgbClr val="0078D4"/>
                </a:solidFill>
                <a:latin typeface="Arial" pitchFamily="34" charset="0"/>
                <a:ea typeface="Arial" pitchFamily="34" charset="-122"/>
                <a:cs typeface="Arial" pitchFamily="34" charset="-120"/>
              </a:rPr>
              <a:t>AWS Bedrock</a:t>
            </a:r>
            <a:r>
              <a:rPr lang="en-US" sz="1200" dirty="0">
                <a:solidFill>
                  <a:srgbClr val="1E293B"/>
                </a:solidFill>
                <a:latin typeface="Arial" pitchFamily="34" charset="0"/>
                <a:ea typeface="Arial" pitchFamily="34" charset="-122"/>
                <a:cs typeface="Arial" pitchFamily="34" charset="-120"/>
              </a:rPr>
              <a:t> — Claude 3 Haiku for fast extraction ($0.002/doc), Claude 3.5 Sonnet for complex documents. Vision API processes scanned PDFs directly — no OCR preprocessing.</a:t>
            </a:r>
            <a:endParaRPr lang="en-US" sz="1200" dirty="0"/>
          </a:p>
          <a:p>
            <a:pPr marL="0" indent="0">
              <a:buNone/>
            </a:pPr>
            <a:r>
              <a:rPr lang="en-US" sz="1200" b="1" dirty="0">
                <a:solidFill>
                  <a:srgbClr val="0078D4"/>
                </a:solidFill>
                <a:latin typeface="Arial" pitchFamily="34" charset="0"/>
                <a:ea typeface="Arial" pitchFamily="34" charset="-122"/>
                <a:cs typeface="Arial" pitchFamily="34" charset="-120"/>
              </a:rPr>
              <a:t>AWS S3</a:t>
            </a:r>
            <a:r>
              <a:rPr lang="en-US" sz="1200" dirty="0">
                <a:solidFill>
                  <a:srgbClr val="1E293B"/>
                </a:solidFill>
                <a:latin typeface="Arial" pitchFamily="34" charset="0"/>
                <a:ea typeface="Arial" pitchFamily="34" charset="-122"/>
                <a:cs typeface="Arial" pitchFamily="34" charset="-120"/>
              </a:rPr>
              <a:t> — Enterprise document storage with programmatic upload, per-company key isolation.</a:t>
            </a:r>
            <a:endParaRPr lang="en-US" sz="1200" dirty="0"/>
          </a:p>
          <a:p>
            <a:pPr marL="0" indent="0">
              <a:buNone/>
            </a:pPr>
            <a:r>
              <a:rPr lang="en-US" sz="1200" b="1" dirty="0">
                <a:solidFill>
                  <a:srgbClr val="0078D4"/>
                </a:solidFill>
                <a:latin typeface="Arial" pitchFamily="34" charset="0"/>
                <a:ea typeface="Arial" pitchFamily="34" charset="-122"/>
                <a:cs typeface="Arial" pitchFamily="34" charset="-120"/>
              </a:rPr>
              <a:t>ESG Chat (GenAI)</a:t>
            </a:r>
            <a:r>
              <a:rPr lang="en-US" sz="1200" dirty="0">
                <a:solidFill>
                  <a:srgbClr val="1E293B"/>
                </a:solidFill>
                <a:latin typeface="Arial" pitchFamily="34" charset="0"/>
                <a:ea typeface="Arial" pitchFamily="34" charset="-122"/>
                <a:cs typeface="Arial" pitchFamily="34" charset="-120"/>
              </a:rPr>
              <a:t> — Natural language Q&amp;A over KPI data. Users ask "What is our biggest ESG risk?" and Bedrock answers using live company metrics.</a:t>
            </a:r>
            <a:endParaRPr lang="en-US" sz="1200" dirty="0"/>
          </a:p>
          <a:p>
            <a:pPr marL="0" indent="0">
              <a:buNone/>
            </a:pPr>
            <a:r>
              <a:rPr lang="en-US" sz="1200" b="1" dirty="0">
                <a:solidFill>
                  <a:srgbClr val="0078D4"/>
                </a:solidFill>
                <a:latin typeface="Arial" pitchFamily="34" charset="0"/>
                <a:ea typeface="Arial" pitchFamily="34" charset="-122"/>
                <a:cs typeface="Arial" pitchFamily="34" charset="-120"/>
              </a:rPr>
              <a:t>Deterministic Math Engine</a:t>
            </a:r>
            <a:r>
              <a:rPr lang="en-US" sz="1200" dirty="0">
                <a:solidFill>
                  <a:srgbClr val="1E293B"/>
                </a:solidFill>
                <a:latin typeface="Arial" pitchFamily="34" charset="0"/>
                <a:ea typeface="Arial" pitchFamily="34" charset="-122"/>
                <a:cs typeface="Arial" pitchFamily="34" charset="-120"/>
              </a:rPr>
              <a:t> — 19 SEBI formulas in Python. The AI never calculates. Every number is traceable to a formula + source document.</a:t>
            </a:r>
            <a:endParaRPr lang="en-US" sz="1200" dirty="0"/>
          </a:p>
        </p:txBody>
      </p:sp>
    </p:spTree>
    <p:extLst>
      <p:ext uri="{BB962C8B-B14F-4D97-AF65-F5344CB8AC3E}">
        <p14:creationId xmlns:p14="http://schemas.microsoft.com/office/powerpoint/2010/main" val="5099975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206B2-2B56-208C-1D8D-A2504C8A94D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FEBD7C2-ABAF-7D0F-B3A2-993B35CBBCB8}"/>
              </a:ext>
            </a:extLst>
          </p:cNvPr>
          <p:cNvSpPr/>
          <p:nvPr/>
        </p:nvSpPr>
        <p:spPr>
          <a:xfrm>
            <a:off x="0" y="-43779"/>
            <a:ext cx="12191999" cy="645535"/>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latin typeface="Arial" panose="020B0604020202020204"/>
            </a:endParaRPr>
          </a:p>
        </p:txBody>
      </p:sp>
      <p:sp>
        <p:nvSpPr>
          <p:cNvPr id="4" name="Footer Placeholder 3">
            <a:extLst>
              <a:ext uri="{FF2B5EF4-FFF2-40B4-BE49-F238E27FC236}">
                <a16:creationId xmlns:a16="http://schemas.microsoft.com/office/drawing/2014/main" id="{F3159DA6-B2BF-8792-AD1F-23DAFC8914D2}"/>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rPr>
              <a:t>© 2026 </a:t>
            </a: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Cognizant </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Slide Number Placeholder 1">
            <a:extLst>
              <a:ext uri="{FF2B5EF4-FFF2-40B4-BE49-F238E27FC236}">
                <a16:creationId xmlns:a16="http://schemas.microsoft.com/office/drawing/2014/main" id="{8D31B0EF-F52D-5F0F-23C8-7160847268E2}"/>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
        <p:nvSpPr>
          <p:cNvPr id="7" name="Title 1">
            <a:extLst>
              <a:ext uri="{FF2B5EF4-FFF2-40B4-BE49-F238E27FC236}">
                <a16:creationId xmlns:a16="http://schemas.microsoft.com/office/drawing/2014/main" id="{D3B8E245-4828-3B89-44E7-B5C08C114BE2}"/>
              </a:ext>
            </a:extLst>
          </p:cNvPr>
          <p:cNvSpPr txBox="1">
            <a:spLocks/>
          </p:cNvSpPr>
          <p:nvPr/>
        </p:nvSpPr>
        <p:spPr>
          <a:xfrm>
            <a:off x="457199" y="175236"/>
            <a:ext cx="5778632" cy="377964"/>
          </a:xfrm>
          <a:prstGeom prst="rect">
            <a:avLst/>
          </a:prstGeom>
        </p:spPr>
        <p:txBody>
          <a:bodyPr vert="horz" wrap="none" lIns="0" tIns="0" rIns="0" bIns="0" rtlCol="0" anchor="t" anchorCtr="0">
            <a:noAutofit/>
          </a:bodyPr>
          <a:lstStyle>
            <a:lvl1pPr algn="l" defTabSz="1219140" rtl="0" eaLnBrk="1" latinLnBrk="0" hangingPunct="1">
              <a:lnSpc>
                <a:spcPct val="90000"/>
              </a:lnSpc>
              <a:spcBef>
                <a:spcPct val="0"/>
              </a:spcBef>
              <a:buNone/>
              <a:defRPr sz="3200" b="1" kern="1200">
                <a:solidFill>
                  <a:schemeClr val="accent2"/>
                </a:solidFill>
                <a:latin typeface="Arial" panose="020B0604020202020204" pitchFamily="34" charset="0"/>
                <a:ea typeface="+mj-ea"/>
                <a:cs typeface="Arial" panose="020B0604020202020204" pitchFamily="34" charset="0"/>
              </a:defRPr>
            </a:lvl1pPr>
          </a:lstStyle>
          <a:p>
            <a:pPr lvl="0">
              <a:defRPr/>
            </a:pPr>
            <a:r>
              <a:rPr lang="en-US" sz="2400" b="0" dirty="0" err="1">
                <a:solidFill>
                  <a:srgbClr val="FFFFFF"/>
                </a:solidFill>
                <a:latin typeface="Arial" panose="020B0604020202020204"/>
              </a:rPr>
              <a:t>GreenLedger</a:t>
            </a:r>
            <a:r>
              <a:rPr lang="en-US" sz="2400" b="0" dirty="0">
                <a:solidFill>
                  <a:srgbClr val="FFFFFF"/>
                </a:solidFill>
                <a:latin typeface="Arial" panose="020B0604020202020204"/>
              </a:rPr>
              <a:t>-AI</a:t>
            </a:r>
          </a:p>
        </p:txBody>
      </p:sp>
      <p:sp>
        <p:nvSpPr>
          <p:cNvPr id="10" name="TextBox 9">
            <a:extLst>
              <a:ext uri="{FF2B5EF4-FFF2-40B4-BE49-F238E27FC236}">
                <a16:creationId xmlns:a16="http://schemas.microsoft.com/office/drawing/2014/main" id="{E55A27B2-E9FC-31F0-BBA2-0630D60A0053}"/>
              </a:ext>
            </a:extLst>
          </p:cNvPr>
          <p:cNvSpPr txBox="1"/>
          <p:nvPr/>
        </p:nvSpPr>
        <p:spPr>
          <a:xfrm>
            <a:off x="516815" y="1228935"/>
            <a:ext cx="5486400" cy="5003914"/>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12" name="TextBox 11">
            <a:extLst>
              <a:ext uri="{FF2B5EF4-FFF2-40B4-BE49-F238E27FC236}">
                <a16:creationId xmlns:a16="http://schemas.microsoft.com/office/drawing/2014/main" id="{4A2794A1-4959-3DC1-D2F8-05442DC7955A}"/>
              </a:ext>
            </a:extLst>
          </p:cNvPr>
          <p:cNvSpPr txBox="1"/>
          <p:nvPr/>
        </p:nvSpPr>
        <p:spPr>
          <a:xfrm>
            <a:off x="6188785" y="1238266"/>
            <a:ext cx="5486400" cy="5003913"/>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GB" dirty="0" smtClean="0"/>
          </a:p>
          <a:p>
            <a:r>
              <a:rPr lang="en-IN" b="1" dirty="0">
                <a:solidFill>
                  <a:schemeClr val="tx1"/>
                </a:solidFill>
              </a:rPr>
              <a:t>Hours </a:t>
            </a:r>
            <a:r>
              <a:rPr lang="en-IN" b="1" dirty="0" smtClean="0">
                <a:solidFill>
                  <a:schemeClr val="tx1"/>
                </a:solidFill>
              </a:rPr>
              <a:t>0–4  </a:t>
            </a:r>
            <a:r>
              <a:rPr lang="en-IN" b="1" dirty="0" smtClean="0"/>
              <a:t>:     Foundation </a:t>
            </a:r>
            <a:r>
              <a:rPr lang="en-IN" b="1" dirty="0"/>
              <a:t>&amp; Cloud </a:t>
            </a:r>
            <a:r>
              <a:rPr lang="en-IN" b="1" dirty="0" smtClean="0"/>
              <a:t>Infrastructure</a:t>
            </a:r>
            <a:endParaRPr lang="en-GB" b="1" dirty="0"/>
          </a:p>
          <a:p>
            <a:endParaRPr lang="en-GB" b="1" dirty="0" smtClean="0">
              <a:solidFill>
                <a:schemeClr val="tx1"/>
              </a:solidFill>
            </a:endParaRPr>
          </a:p>
          <a:p>
            <a:endParaRPr lang="en-GB" b="1" dirty="0">
              <a:solidFill>
                <a:schemeClr val="tx1"/>
              </a:solidFill>
            </a:endParaRPr>
          </a:p>
          <a:p>
            <a:r>
              <a:rPr lang="en-GB" b="1" dirty="0" smtClean="0">
                <a:solidFill>
                  <a:schemeClr val="tx1"/>
                </a:solidFill>
              </a:rPr>
              <a:t>Hours 4–8 :    Greedy </a:t>
            </a:r>
            <a:r>
              <a:rPr lang="en-GB" b="1" dirty="0" smtClean="0"/>
              <a:t>Extraction Brain </a:t>
            </a:r>
            <a:r>
              <a:rPr lang="en-GB" b="1" dirty="0"/>
              <a:t>&amp; S3 Ingestion</a:t>
            </a:r>
            <a:endParaRPr lang="en-GB" dirty="0"/>
          </a:p>
          <a:p>
            <a:endParaRPr lang="en-GB" dirty="0" smtClean="0"/>
          </a:p>
          <a:p>
            <a:endParaRPr lang="en-GB" b="1" dirty="0" smtClean="0"/>
          </a:p>
          <a:p>
            <a:r>
              <a:rPr lang="en-GB" b="1" dirty="0" smtClean="0"/>
              <a:t>Hours 8–12  : The </a:t>
            </a:r>
            <a:r>
              <a:rPr lang="en-GB" b="1" dirty="0"/>
              <a:t>Calculation Moat &amp; System Integration</a:t>
            </a:r>
            <a:endParaRPr lang="en-GB" dirty="0"/>
          </a:p>
          <a:p>
            <a:endParaRPr lang="en-GB" dirty="0" smtClean="0"/>
          </a:p>
          <a:p>
            <a:endParaRPr lang="en-IN" b="1" dirty="0" smtClean="0"/>
          </a:p>
          <a:p>
            <a:r>
              <a:rPr lang="en-IN" b="1" dirty="0" smtClean="0"/>
              <a:t>Hours 12–16   : Audit </a:t>
            </a:r>
            <a:r>
              <a:rPr lang="en-IN" b="1" dirty="0"/>
              <a:t>Trail &amp; Governance Validation</a:t>
            </a:r>
            <a:endParaRPr lang="en-IN" dirty="0"/>
          </a:p>
          <a:p>
            <a:endParaRPr lang="en-GB" dirty="0" smtClean="0"/>
          </a:p>
          <a:p>
            <a:endParaRPr lang="en-GB" b="1" dirty="0" smtClean="0"/>
          </a:p>
          <a:p>
            <a:r>
              <a:rPr lang="en-GB" b="1" dirty="0" smtClean="0"/>
              <a:t>Hours 16–20 : Report </a:t>
            </a:r>
            <a:r>
              <a:rPr lang="en-GB" b="1" dirty="0"/>
              <a:t>Engine &amp; Production Hardening</a:t>
            </a:r>
            <a:endParaRPr lang="en-GB" dirty="0"/>
          </a:p>
          <a:p>
            <a:endParaRPr lang="en-GB" dirty="0" smtClean="0"/>
          </a:p>
          <a:p>
            <a:endParaRPr lang="en-GB" b="1" dirty="0" smtClean="0"/>
          </a:p>
          <a:p>
            <a:r>
              <a:rPr lang="en-GB" b="1" dirty="0" smtClean="0"/>
              <a:t>Hours 20–24 : Final </a:t>
            </a:r>
            <a:r>
              <a:rPr lang="en-GB" b="1" dirty="0"/>
              <a:t>Deployment &amp; Stress </a:t>
            </a:r>
            <a:r>
              <a:rPr lang="en-GB" b="1" dirty="0" smtClean="0"/>
              <a:t>Testing</a:t>
            </a:r>
            <a:endParaRPr lang="en-IN" b="1" dirty="0"/>
          </a:p>
          <a:p>
            <a:endParaRPr lang="en-IN" dirty="0"/>
          </a:p>
        </p:txBody>
      </p:sp>
      <p:sp>
        <p:nvSpPr>
          <p:cNvPr id="5" name="Arrow: Pentagon 4">
            <a:extLst>
              <a:ext uri="{FF2B5EF4-FFF2-40B4-BE49-F238E27FC236}">
                <a16:creationId xmlns:a16="http://schemas.microsoft.com/office/drawing/2014/main" id="{4714BA1E-65C7-7C9C-3F08-0D0484356266}"/>
              </a:ext>
            </a:extLst>
          </p:cNvPr>
          <p:cNvSpPr/>
          <p:nvPr/>
        </p:nvSpPr>
        <p:spPr>
          <a:xfrm>
            <a:off x="516815" y="903378"/>
            <a:ext cx="4799464" cy="325557"/>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Scalable / Reusable</a:t>
            </a:r>
          </a:p>
        </p:txBody>
      </p:sp>
      <p:sp>
        <p:nvSpPr>
          <p:cNvPr id="6" name="Content Placeholder 9">
            <a:extLst>
              <a:ext uri="{FF2B5EF4-FFF2-40B4-BE49-F238E27FC236}">
                <a16:creationId xmlns:a16="http://schemas.microsoft.com/office/drawing/2014/main" id="{36AB9FD5-0256-0FA8-A120-BB544705251D}"/>
              </a:ext>
            </a:extLst>
          </p:cNvPr>
          <p:cNvSpPr>
            <a:spLocks noGrp="1"/>
          </p:cNvSpPr>
          <p:nvPr>
            <p:ph sz="quarter" idx="21"/>
          </p:nvPr>
        </p:nvSpPr>
        <p:spPr>
          <a:xfrm>
            <a:off x="633247" y="1296955"/>
            <a:ext cx="5369968" cy="363895"/>
          </a:xfrm>
        </p:spPr>
        <p:txBody>
          <a:bodyPr/>
          <a:lstStyle/>
          <a:p>
            <a:r>
              <a:rPr lang="en-GB" sz="1400" b="1" dirty="0"/>
              <a:t>Scalability &amp; Future </a:t>
            </a:r>
            <a:r>
              <a:rPr lang="en-GB" sz="1400" b="1" dirty="0" smtClean="0"/>
              <a:t>Innovation</a:t>
            </a:r>
          </a:p>
          <a:p>
            <a:pPr marL="91440" lvl="0">
              <a:spcBef>
                <a:spcPts val="0"/>
              </a:spcBef>
              <a:defRPr/>
            </a:pPr>
            <a:endParaRPr lang="en-GB" sz="1400" dirty="0" smtClean="0">
              <a:solidFill>
                <a:srgbClr val="000048"/>
              </a:solidFill>
            </a:endParaRPr>
          </a:p>
          <a:p>
            <a:pPr marL="91440" lvl="0">
              <a:spcBef>
                <a:spcPts val="0"/>
              </a:spcBef>
              <a:defRPr/>
            </a:pPr>
            <a:r>
              <a:rPr lang="en-GB" sz="1400" b="1" dirty="0" smtClean="0">
                <a:solidFill>
                  <a:srgbClr val="000048"/>
                </a:solidFill>
              </a:rPr>
              <a:t>Auto-Scaling </a:t>
            </a:r>
            <a:r>
              <a:rPr lang="en-GB" sz="1400" b="1" dirty="0">
                <a:solidFill>
                  <a:srgbClr val="000048"/>
                </a:solidFill>
              </a:rPr>
              <a:t>Backend </a:t>
            </a:r>
            <a:r>
              <a:rPr lang="en-GB" sz="1400" dirty="0">
                <a:solidFill>
                  <a:srgbClr val="000048"/>
                </a:solidFill>
              </a:rPr>
              <a:t>We use EC2 now, but we are moving to Auto Scaling Groups. This means our backend grows "as you go." If 100 companies upload reports at the same minute, AWS will automatically start new servers to handle the load and shut them down later to save money. Independent Engine Scaling </a:t>
            </a:r>
            <a:endParaRPr lang="en-GB" sz="1400" dirty="0" smtClean="0">
              <a:solidFill>
                <a:srgbClr val="000048"/>
              </a:solidFill>
            </a:endParaRPr>
          </a:p>
          <a:p>
            <a:pPr marL="91440" lvl="0">
              <a:spcBef>
                <a:spcPts val="0"/>
              </a:spcBef>
              <a:defRPr/>
            </a:pPr>
            <a:endParaRPr lang="en-GB" sz="1400" dirty="0">
              <a:solidFill>
                <a:srgbClr val="000048"/>
              </a:solidFill>
            </a:endParaRPr>
          </a:p>
          <a:p>
            <a:pPr marL="91440" lvl="0">
              <a:spcBef>
                <a:spcPts val="0"/>
              </a:spcBef>
              <a:defRPr/>
            </a:pPr>
            <a:r>
              <a:rPr lang="en-GB" sz="1400" b="1" dirty="0" smtClean="0">
                <a:solidFill>
                  <a:srgbClr val="000048"/>
                </a:solidFill>
              </a:rPr>
              <a:t>Our </a:t>
            </a:r>
            <a:r>
              <a:rPr lang="en-GB" sz="1400" b="1" dirty="0">
                <a:solidFill>
                  <a:srgbClr val="000048"/>
                </a:solidFill>
              </a:rPr>
              <a:t>AI Engine and our main Backend are separate</a:t>
            </a:r>
            <a:r>
              <a:rPr lang="en-GB" sz="1400" dirty="0">
                <a:solidFill>
                  <a:srgbClr val="000048"/>
                </a:solidFill>
              </a:rPr>
              <a:t>. This is unique because we can give more power to the "AI Brain" during busy report seasons without affecting the speed of the user dashboard. </a:t>
            </a:r>
            <a:endParaRPr lang="en-GB" sz="1400" dirty="0" smtClean="0">
              <a:solidFill>
                <a:srgbClr val="000048"/>
              </a:solidFill>
            </a:endParaRPr>
          </a:p>
          <a:p>
            <a:pPr marL="91440" lvl="0">
              <a:spcBef>
                <a:spcPts val="0"/>
              </a:spcBef>
              <a:defRPr/>
            </a:pPr>
            <a:endParaRPr lang="en-GB" sz="1400" dirty="0" smtClean="0">
              <a:solidFill>
                <a:srgbClr val="000048"/>
              </a:solidFill>
            </a:endParaRPr>
          </a:p>
          <a:p>
            <a:pPr marL="91440" lvl="0">
              <a:spcBef>
                <a:spcPts val="0"/>
              </a:spcBef>
              <a:defRPr/>
            </a:pPr>
            <a:r>
              <a:rPr lang="en-GB" sz="1400" b="1" dirty="0" smtClean="0">
                <a:solidFill>
                  <a:srgbClr val="000048"/>
                </a:solidFill>
              </a:rPr>
              <a:t>Global </a:t>
            </a:r>
            <a:r>
              <a:rPr lang="en-GB" sz="1400" b="1" dirty="0">
                <a:solidFill>
                  <a:srgbClr val="000048"/>
                </a:solidFill>
              </a:rPr>
              <a:t>Multi-Region Ready </a:t>
            </a:r>
            <a:r>
              <a:rPr lang="en-GB" sz="1400" b="1" dirty="0" smtClean="0">
                <a:solidFill>
                  <a:srgbClr val="000048"/>
                </a:solidFill>
              </a:rPr>
              <a:t>:</a:t>
            </a:r>
            <a:r>
              <a:rPr lang="en-GB" sz="1400" dirty="0" smtClean="0">
                <a:solidFill>
                  <a:srgbClr val="000048"/>
                </a:solidFill>
              </a:rPr>
              <a:t>Our </a:t>
            </a:r>
            <a:r>
              <a:rPr lang="en-GB" sz="1400" dirty="0">
                <a:solidFill>
                  <a:srgbClr val="000048"/>
                </a:solidFill>
              </a:rPr>
              <a:t>system is built to be deployed in any AWS region (like US-East or EU-West) in minutes. This makes </a:t>
            </a:r>
            <a:r>
              <a:rPr lang="en-GB" sz="1400" dirty="0" smtClean="0">
                <a:solidFill>
                  <a:srgbClr val="000048"/>
                </a:solidFill>
              </a:rPr>
              <a:t>Green Ledger </a:t>
            </a:r>
            <a:r>
              <a:rPr lang="en-GB" sz="1400" dirty="0">
                <a:solidFill>
                  <a:srgbClr val="000048"/>
                </a:solidFill>
              </a:rPr>
              <a:t>ready to scale from India to the global market (GRI and CSRD standards) instantly</a:t>
            </a:r>
            <a:r>
              <a:rPr lang="en-GB" sz="1400" dirty="0" smtClean="0">
                <a:solidFill>
                  <a:srgbClr val="000048"/>
                </a:solidFill>
              </a:rPr>
              <a:t>.</a:t>
            </a:r>
          </a:p>
          <a:p>
            <a:pPr marL="91440" lvl="0">
              <a:spcBef>
                <a:spcPts val="0"/>
              </a:spcBef>
              <a:defRPr/>
            </a:pPr>
            <a:endParaRPr lang="en-US" sz="1400" dirty="0" smtClean="0">
              <a:solidFill>
                <a:srgbClr val="000048"/>
              </a:solidFill>
            </a:endParaRPr>
          </a:p>
          <a:p>
            <a:pPr marL="91440" lvl="0">
              <a:spcBef>
                <a:spcPts val="0"/>
              </a:spcBef>
              <a:defRPr/>
            </a:pPr>
            <a:endParaRPr lang="en-US" sz="1400" dirty="0">
              <a:solidFill>
                <a:srgbClr val="000048"/>
              </a:solidFill>
            </a:endParaRPr>
          </a:p>
        </p:txBody>
      </p:sp>
      <p:sp>
        <p:nvSpPr>
          <p:cNvPr id="9" name="Arrow: Pentagon 8">
            <a:extLst>
              <a:ext uri="{FF2B5EF4-FFF2-40B4-BE49-F238E27FC236}">
                <a16:creationId xmlns:a16="http://schemas.microsoft.com/office/drawing/2014/main" id="{5CF91496-85DD-D02F-082E-D49F7DFA647E}"/>
              </a:ext>
            </a:extLst>
          </p:cNvPr>
          <p:cNvSpPr/>
          <p:nvPr/>
        </p:nvSpPr>
        <p:spPr>
          <a:xfrm>
            <a:off x="6188785" y="877612"/>
            <a:ext cx="4156694" cy="344882"/>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Roadmap</a:t>
            </a:r>
          </a:p>
        </p:txBody>
      </p:sp>
      <p:sp>
        <p:nvSpPr>
          <p:cNvPr id="11" name="Content Placeholder 9">
            <a:extLst>
              <a:ext uri="{FF2B5EF4-FFF2-40B4-BE49-F238E27FC236}">
                <a16:creationId xmlns:a16="http://schemas.microsoft.com/office/drawing/2014/main" id="{FA7FA394-9C18-5BA5-A7E4-5BC0E1FA68C8}"/>
              </a:ext>
            </a:extLst>
          </p:cNvPr>
          <p:cNvSpPr txBox="1">
            <a:spLocks/>
          </p:cNvSpPr>
          <p:nvPr/>
        </p:nvSpPr>
        <p:spPr>
          <a:xfrm>
            <a:off x="6235831" y="1439373"/>
            <a:ext cx="5029200" cy="954825"/>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
              <a:spcBef>
                <a:spcPts val="0"/>
              </a:spcBef>
              <a:defRPr/>
            </a:pPr>
            <a:endParaRPr lang="en-US" sz="1400" dirty="0" smtClean="0">
              <a:solidFill>
                <a:srgbClr val="000048"/>
              </a:solidFill>
            </a:endParaRPr>
          </a:p>
          <a:p>
            <a:pPr marL="91440">
              <a:spcBef>
                <a:spcPts val="0"/>
              </a:spcBef>
              <a:defRPr/>
            </a:pPr>
            <a:endParaRPr lang="en-US" sz="1400" dirty="0" smtClean="0">
              <a:solidFill>
                <a:srgbClr val="000048"/>
              </a:solidFill>
            </a:endParaRPr>
          </a:p>
          <a:p>
            <a:pPr marL="91440">
              <a:spcBef>
                <a:spcPts val="0"/>
              </a:spcBef>
              <a:defRPr/>
            </a:pPr>
            <a:endParaRPr lang="en-US" sz="1400" dirty="0" smtClean="0">
              <a:solidFill>
                <a:srgbClr val="000048"/>
              </a:solidFill>
            </a:endParaRPr>
          </a:p>
          <a:p>
            <a:pPr marL="91440">
              <a:spcBef>
                <a:spcPts val="0"/>
              </a:spcBef>
              <a:defRPr/>
            </a:pPr>
            <a:endParaRPr lang="en-US" sz="1400" dirty="0">
              <a:solidFill>
                <a:srgbClr val="000048"/>
              </a:solidFill>
            </a:endParaRPr>
          </a:p>
        </p:txBody>
      </p:sp>
    </p:spTree>
    <p:extLst>
      <p:ext uri="{BB962C8B-B14F-4D97-AF65-F5344CB8AC3E}">
        <p14:creationId xmlns:p14="http://schemas.microsoft.com/office/powerpoint/2010/main" val="4422851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F96AF-1BDE-CA50-83C7-1B179E095FE4}"/>
              </a:ext>
            </a:extLst>
          </p:cNvPr>
          <p:cNvSpPr>
            <a:spLocks noGrp="1"/>
          </p:cNvSpPr>
          <p:nvPr>
            <p:ph type="ctrTitle"/>
          </p:nvPr>
        </p:nvSpPr>
        <p:spPr>
          <a:xfrm>
            <a:off x="852238" y="430865"/>
            <a:ext cx="7133522" cy="2970044"/>
          </a:xfrm>
        </p:spPr>
        <p:txBody>
          <a:bodyPr/>
          <a:lstStyle/>
          <a:p>
            <a:r>
              <a:rPr lang="en-US" sz="2500" dirty="0" err="1" smtClean="0"/>
              <a:t>Github</a:t>
            </a:r>
            <a:r>
              <a:rPr lang="en-US" sz="2500" dirty="0"/>
              <a:t> link</a:t>
            </a:r>
            <a:r>
              <a:rPr lang="en-US" sz="2500" dirty="0" smtClean="0"/>
              <a:t>: </a:t>
            </a:r>
            <a:r>
              <a:rPr lang="en-US" sz="2000" dirty="0">
                <a:hlinkClick r:id="rId2"/>
              </a:rPr>
              <a:t>https://</a:t>
            </a:r>
            <a:r>
              <a:rPr lang="en-US" sz="2000" dirty="0" smtClean="0">
                <a:hlinkClick r:id="rId2"/>
              </a:rPr>
              <a:t>github.com/Akashrana1001/Green_ledger-main</a:t>
            </a:r>
            <a:r>
              <a:rPr lang="en-US" sz="4800" dirty="0" smtClean="0"/>
              <a:t/>
            </a:r>
            <a:br>
              <a:rPr lang="en-US" sz="4800" dirty="0" smtClean="0"/>
            </a:br>
            <a:r>
              <a:rPr lang="en-US" sz="4800" dirty="0"/>
              <a:t/>
            </a:r>
            <a:br>
              <a:rPr lang="en-US" sz="4800" dirty="0"/>
            </a:br>
            <a:r>
              <a:rPr lang="en-US" sz="2000" dirty="0"/>
              <a:t>Deployed link:</a:t>
            </a:r>
            <a:br>
              <a:rPr lang="en-US" sz="2000" dirty="0"/>
            </a:br>
            <a:r>
              <a:rPr lang="en-US" sz="2000" dirty="0">
                <a:hlinkClick r:id="rId3"/>
              </a:rPr>
              <a:t>https</a:t>
            </a:r>
            <a:r>
              <a:rPr lang="en-US" sz="2000" dirty="0" smtClean="0">
                <a:hlinkClick r:id="rId3"/>
              </a:rPr>
              <a:t>://production.d14yks62cq1zmx.amplifyapp.com</a:t>
            </a:r>
            <a:r>
              <a:rPr lang="en-US" sz="2000" dirty="0"/>
              <a:t/>
            </a:r>
            <a:br>
              <a:rPr lang="en-US" sz="2000" dirty="0"/>
            </a:br>
            <a:endParaRPr lang="en-US" sz="2000" dirty="0"/>
          </a:p>
        </p:txBody>
      </p:sp>
      <p:sp>
        <p:nvSpPr>
          <p:cNvPr id="3" name="Footer Placeholder 2">
            <a:extLst>
              <a:ext uri="{FF2B5EF4-FFF2-40B4-BE49-F238E27FC236}">
                <a16:creationId xmlns:a16="http://schemas.microsoft.com/office/drawing/2014/main" id="{16E02A26-20BE-A868-1EF4-0D5B5AD7DAE4}"/>
              </a:ext>
            </a:extLst>
          </p:cNvPr>
          <p:cNvSpPr>
            <a:spLocks noGrp="1"/>
          </p:cNvSpPr>
          <p:nvPr>
            <p:ph type="ftr" sz="quarter" idx="11"/>
          </p:nvPr>
        </p:nvSpPr>
        <p:spPr/>
        <p:txBody>
          <a:bodyPr/>
          <a:lstStyle/>
          <a:p>
            <a:r>
              <a:rPr lang="en-US" dirty="0"/>
              <a:t>© 2026 Cognizant</a:t>
            </a:r>
          </a:p>
        </p:txBody>
      </p:sp>
      <p:sp>
        <p:nvSpPr>
          <p:cNvPr id="4" name="Slide Number Placeholder 3">
            <a:extLst>
              <a:ext uri="{FF2B5EF4-FFF2-40B4-BE49-F238E27FC236}">
                <a16:creationId xmlns:a16="http://schemas.microsoft.com/office/drawing/2014/main" id="{11C6582B-619F-8A2F-6721-73ADF2464C1F}"/>
              </a:ext>
            </a:extLst>
          </p:cNvPr>
          <p:cNvSpPr>
            <a:spLocks noGrp="1"/>
          </p:cNvSpPr>
          <p:nvPr>
            <p:ph type="sldNum" sz="quarter" idx="12"/>
          </p:nvPr>
        </p:nvSpPr>
        <p:spPr/>
        <p:txBody>
          <a:bodyPr/>
          <a:lstStyle/>
          <a:p>
            <a:fld id="{C53E075B-3175-45CF-B3C7-FEDF3F5961E3}" type="slidenum">
              <a:rPr lang="en-US" smtClean="0"/>
              <a:pPr/>
              <a:t>6</a:t>
            </a:fld>
            <a:endParaRPr lang="en-US"/>
          </a:p>
        </p:txBody>
      </p:sp>
    </p:spTree>
    <p:extLst>
      <p:ext uri="{BB962C8B-B14F-4D97-AF65-F5344CB8AC3E}">
        <p14:creationId xmlns:p14="http://schemas.microsoft.com/office/powerpoint/2010/main" val="1692409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B9312-CD68-5C9C-0566-BC59C6085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3F6DC-034A-386C-85C3-E9BFF7BE1631}"/>
              </a:ext>
            </a:extLst>
          </p:cNvPr>
          <p:cNvSpPr>
            <a:spLocks noGrp="1"/>
          </p:cNvSpPr>
          <p:nvPr>
            <p:ph type="ctrTitle"/>
          </p:nvPr>
        </p:nvSpPr>
        <p:spPr>
          <a:xfrm>
            <a:off x="1042416" y="2365335"/>
            <a:ext cx="6053327" cy="923330"/>
          </a:xfrm>
        </p:spPr>
        <p:txBody>
          <a:bodyPr/>
          <a:lstStyle/>
          <a:p>
            <a:r>
              <a:rPr lang="en-US"/>
              <a:t>Thank you</a:t>
            </a:r>
          </a:p>
        </p:txBody>
      </p:sp>
      <p:sp>
        <p:nvSpPr>
          <p:cNvPr id="3" name="Footer Placeholder 2">
            <a:extLst>
              <a:ext uri="{FF2B5EF4-FFF2-40B4-BE49-F238E27FC236}">
                <a16:creationId xmlns:a16="http://schemas.microsoft.com/office/drawing/2014/main" id="{F00572D9-700A-7FEC-1F56-7C7C66759E95}"/>
              </a:ext>
            </a:extLst>
          </p:cNvPr>
          <p:cNvSpPr>
            <a:spLocks noGrp="1"/>
          </p:cNvSpPr>
          <p:nvPr>
            <p:ph type="ftr" sz="quarter" idx="11"/>
          </p:nvPr>
        </p:nvSpPr>
        <p:spPr/>
        <p:txBody>
          <a:bodyPr/>
          <a:lstStyle/>
          <a:p>
            <a:r>
              <a:rPr lang="en-US" dirty="0"/>
              <a:t>© 2026 Cognizant</a:t>
            </a:r>
          </a:p>
        </p:txBody>
      </p:sp>
      <p:sp>
        <p:nvSpPr>
          <p:cNvPr id="4" name="Slide Number Placeholder 3">
            <a:extLst>
              <a:ext uri="{FF2B5EF4-FFF2-40B4-BE49-F238E27FC236}">
                <a16:creationId xmlns:a16="http://schemas.microsoft.com/office/drawing/2014/main" id="{D51B3EE0-4971-0D8C-F534-22A0ECF9BDFE}"/>
              </a:ext>
            </a:extLst>
          </p:cNvPr>
          <p:cNvSpPr>
            <a:spLocks noGrp="1"/>
          </p:cNvSpPr>
          <p:nvPr>
            <p:ph type="sldNum" sz="quarter" idx="12"/>
          </p:nvPr>
        </p:nvSpPr>
        <p:spPr/>
        <p:txBody>
          <a:bodyPr/>
          <a:lstStyle/>
          <a:p>
            <a:fld id="{C53E075B-3175-45CF-B3C7-FEDF3F5961E3}" type="slidenum">
              <a:rPr lang="en-US" smtClean="0"/>
              <a:pPr/>
              <a:t>7</a:t>
            </a:fld>
            <a:endParaRPr lang="en-US"/>
          </a:p>
        </p:txBody>
      </p:sp>
    </p:spTree>
    <p:extLst>
      <p:ext uri="{BB962C8B-B14F-4D97-AF65-F5344CB8AC3E}">
        <p14:creationId xmlns:p14="http://schemas.microsoft.com/office/powerpoint/2010/main" val="4148490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D3E6B1-B08F-36CE-AA34-D14644CDA9DB}"/>
              </a:ext>
            </a:extLst>
          </p:cNvPr>
          <p:cNvSpPr>
            <a:spLocks noGrp="1"/>
          </p:cNvSpPr>
          <p:nvPr>
            <p:ph type="title"/>
          </p:nvPr>
        </p:nvSpPr>
        <p:spPr>
          <a:xfrm>
            <a:off x="457198" y="512064"/>
            <a:ext cx="10808209" cy="490018"/>
          </a:xfrm>
        </p:spPr>
        <p:txBody>
          <a:bodyPr/>
          <a:lstStyle/>
          <a:p>
            <a:pPr>
              <a:defRPr/>
            </a:pPr>
            <a:r>
              <a:rPr lang="en-US" sz="2600" dirty="0">
                <a:solidFill>
                  <a:srgbClr val="191970"/>
                </a:solidFill>
              </a:rPr>
              <a:t>For student’s consumption : </a:t>
            </a:r>
            <a:r>
              <a:rPr lang="en-US" sz="2600" dirty="0" err="1">
                <a:solidFill>
                  <a:srgbClr val="191970"/>
                </a:solidFill>
              </a:rPr>
              <a:t>Technoverse</a:t>
            </a:r>
            <a:r>
              <a:rPr lang="en-US" sz="2600" dirty="0">
                <a:solidFill>
                  <a:srgbClr val="191970"/>
                </a:solidFill>
              </a:rPr>
              <a:t> – MVP Evaluation Criteria</a:t>
            </a:r>
            <a:endParaRPr lang="en-IN" sz="2600" b="0" dirty="0">
              <a:solidFill>
                <a:srgbClr val="191970"/>
              </a:solidFill>
            </a:endParaRPr>
          </a:p>
        </p:txBody>
      </p:sp>
      <p:sp>
        <p:nvSpPr>
          <p:cNvPr id="4" name="Footer Placeholder 3">
            <a:extLst>
              <a:ext uri="{FF2B5EF4-FFF2-40B4-BE49-F238E27FC236}">
                <a16:creationId xmlns:a16="http://schemas.microsoft.com/office/drawing/2014/main" id="{E54BC9E1-D819-BF58-D372-E1E469B82831}"/>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48"/>
                </a:solidFill>
                <a:effectLst/>
                <a:uLnTx/>
                <a:uFillTx/>
                <a:latin typeface="Gellix"/>
                <a:ea typeface="+mn-ea"/>
                <a:cs typeface="+mn-cs"/>
              </a:rPr>
              <a:t>© 2026 Cognizant</a:t>
            </a:r>
          </a:p>
        </p:txBody>
      </p:sp>
      <p:sp>
        <p:nvSpPr>
          <p:cNvPr id="5" name="Slide Number Placeholder 4">
            <a:extLst>
              <a:ext uri="{FF2B5EF4-FFF2-40B4-BE49-F238E27FC236}">
                <a16:creationId xmlns:a16="http://schemas.microsoft.com/office/drawing/2014/main" id="{2E0ACD1E-71BE-1E69-E531-6B6A206A3336}"/>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Gellix"/>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700" b="0" i="0" u="none" strike="noStrike" kern="1200" cap="none" spc="0" normalizeH="0" baseline="0" noProof="0" dirty="0">
              <a:ln>
                <a:noFill/>
              </a:ln>
              <a:solidFill>
                <a:srgbClr val="000048"/>
              </a:solidFill>
              <a:effectLst/>
              <a:uLnTx/>
              <a:uFillTx/>
              <a:latin typeface="Gellix"/>
              <a:ea typeface="+mn-ea"/>
              <a:cs typeface="+mn-cs"/>
            </a:endParaRPr>
          </a:p>
        </p:txBody>
      </p:sp>
      <p:graphicFrame>
        <p:nvGraphicFramePr>
          <p:cNvPr id="2" name="Table 1">
            <a:extLst>
              <a:ext uri="{FF2B5EF4-FFF2-40B4-BE49-F238E27FC236}">
                <a16:creationId xmlns:a16="http://schemas.microsoft.com/office/drawing/2014/main" id="{CABFBCDB-6D14-DFB5-9953-30A1A07148A6}"/>
              </a:ext>
            </a:extLst>
          </p:cNvPr>
          <p:cNvGraphicFramePr>
            <a:graphicFrameLocks noGrp="1"/>
          </p:cNvGraphicFramePr>
          <p:nvPr>
            <p:extLst>
              <p:ext uri="{D42A27DB-BD31-4B8C-83A1-F6EECF244321}">
                <p14:modId xmlns:p14="http://schemas.microsoft.com/office/powerpoint/2010/main" val="3395260852"/>
              </p:ext>
            </p:extLst>
          </p:nvPr>
        </p:nvGraphicFramePr>
        <p:xfrm>
          <a:off x="457197" y="1397453"/>
          <a:ext cx="8567060" cy="3755390"/>
        </p:xfrm>
        <a:graphic>
          <a:graphicData uri="http://schemas.openxmlformats.org/drawingml/2006/table">
            <a:tbl>
              <a:tblPr>
                <a:tableStyleId>{8799B23B-EC83-4686-B30A-512413B5E67A}</a:tableStyleId>
              </a:tblPr>
              <a:tblGrid>
                <a:gridCol w="2409938">
                  <a:extLst>
                    <a:ext uri="{9D8B030D-6E8A-4147-A177-3AD203B41FA5}">
                      <a16:colId xmlns:a16="http://schemas.microsoft.com/office/drawing/2014/main" val="3148574318"/>
                    </a:ext>
                  </a:extLst>
                </a:gridCol>
                <a:gridCol w="6157122">
                  <a:extLst>
                    <a:ext uri="{9D8B030D-6E8A-4147-A177-3AD203B41FA5}">
                      <a16:colId xmlns:a16="http://schemas.microsoft.com/office/drawing/2014/main" val="633506142"/>
                    </a:ext>
                  </a:extLst>
                </a:gridCol>
              </a:tblGrid>
              <a:tr h="457200">
                <a:tc>
                  <a:txBody>
                    <a:bodyPr/>
                    <a:lstStyle/>
                    <a:p>
                      <a:pPr algn="ctr" fontAlgn="ctr">
                        <a:buNone/>
                      </a:pPr>
                      <a:r>
                        <a:rPr lang="en-IN" sz="1400" b="1" u="none" strike="noStrike" dirty="0">
                          <a:solidFill>
                            <a:schemeClr val="bg1"/>
                          </a:solidFill>
                          <a:effectLst/>
                        </a:rPr>
                        <a:t>Dimension</a:t>
                      </a:r>
                      <a:endParaRPr lang="en-IN" sz="1400" b="1" i="0" u="none" strike="noStrike" dirty="0">
                        <a:solidFill>
                          <a:schemeClr val="bg1"/>
                        </a:solidFill>
                        <a:effectLst/>
                        <a:latin typeface="Arial" panose="020B0604020202020204" pitchFamily="34" charset="0"/>
                      </a:endParaRPr>
                    </a:p>
                  </a:txBody>
                  <a:tcPr marL="6350" marR="6350" marT="6350" marB="0" anchor="ctr">
                    <a:solidFill>
                      <a:schemeClr val="accent2"/>
                    </a:solidFill>
                  </a:tcPr>
                </a:tc>
                <a:tc>
                  <a:txBody>
                    <a:bodyPr/>
                    <a:lstStyle/>
                    <a:p>
                      <a:pPr algn="ctr" fontAlgn="ctr">
                        <a:buNone/>
                      </a:pPr>
                      <a:r>
                        <a:rPr lang="en-IN" sz="1400" b="1" u="none" strike="noStrike" dirty="0">
                          <a:solidFill>
                            <a:schemeClr val="bg1"/>
                          </a:solidFill>
                          <a:effectLst/>
                        </a:rPr>
                        <a:t>What is Expected</a:t>
                      </a:r>
                      <a:endParaRPr lang="en-IN" sz="1400" b="1" i="0" u="none" strike="noStrike" dirty="0">
                        <a:solidFill>
                          <a:schemeClr val="bg1"/>
                        </a:solidFill>
                        <a:effectLst/>
                        <a:latin typeface="Arial" panose="020B0604020202020204" pitchFamily="34" charset="0"/>
                      </a:endParaRPr>
                    </a:p>
                  </a:txBody>
                  <a:tcPr marL="6350" marR="6350" marT="6350" marB="0" anchor="ctr">
                    <a:solidFill>
                      <a:schemeClr val="accent2"/>
                    </a:solidFill>
                  </a:tcPr>
                </a:tc>
                <a:extLst>
                  <a:ext uri="{0D108BD9-81ED-4DB2-BD59-A6C34878D82A}">
                    <a16:rowId xmlns:a16="http://schemas.microsoft.com/office/drawing/2014/main" val="200042429"/>
                  </a:ext>
                </a:extLst>
              </a:tr>
              <a:tr h="457200">
                <a:tc>
                  <a:txBody>
                    <a:bodyPr/>
                    <a:lstStyle/>
                    <a:p>
                      <a:pPr algn="l" fontAlgn="t">
                        <a:buNone/>
                      </a:pPr>
                      <a:r>
                        <a:rPr lang="en-IN" sz="1200" u="none" strike="noStrike" dirty="0">
                          <a:effectLst/>
                        </a:rPr>
                        <a:t>Problem &amp; Use-Case Clarity</a:t>
                      </a:r>
                      <a:endParaRPr lang="en-IN" sz="1200" b="1" i="0" u="none" strike="noStrike" dirty="0">
                        <a:solidFill>
                          <a:srgbClr val="000000"/>
                        </a:solidFill>
                        <a:effectLst/>
                        <a:latin typeface="Arial" panose="020B0604020202020204" pitchFamily="34" charset="0"/>
                      </a:endParaRPr>
                    </a:p>
                  </a:txBody>
                  <a:tcPr marL="6350" marR="6350" marT="6350" marB="0"/>
                </a:tc>
                <a:tc>
                  <a:txBody>
                    <a:bodyPr/>
                    <a:lstStyle/>
                    <a:p>
                      <a:pPr algn="l" fontAlgn="t">
                        <a:buNone/>
                      </a:pPr>
                      <a:r>
                        <a:rPr lang="en-US" sz="1200" u="none" strike="noStrike" dirty="0">
                          <a:effectLst/>
                        </a:rPr>
                        <a:t>A well-defined, industry-relevant problem statement with a clearly articulated use case aligned to a </a:t>
                      </a:r>
                      <a:r>
                        <a:rPr lang="en-US" sz="1200" u="none" strike="noStrike" dirty="0" err="1">
                          <a:effectLst/>
                        </a:rPr>
                        <a:t>Technoverse</a:t>
                      </a:r>
                      <a:r>
                        <a:rPr lang="en-US" sz="1200" u="none" strike="noStrike" dirty="0">
                          <a:effectLst/>
                        </a:rPr>
                        <a:t> '26 theme.</a:t>
                      </a:r>
                      <a:endParaRPr lang="en-US" sz="1200" b="0" i="0" u="none" strike="noStrike" dirty="0">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4155934872"/>
                  </a:ext>
                </a:extLst>
              </a:tr>
              <a:tr h="457200">
                <a:tc>
                  <a:txBody>
                    <a:bodyPr/>
                    <a:lstStyle/>
                    <a:p>
                      <a:pPr algn="l" fontAlgn="t">
                        <a:buNone/>
                      </a:pPr>
                      <a:r>
                        <a:rPr lang="en-IN" sz="1200" u="none" strike="noStrike">
                          <a:effectLst/>
                        </a:rPr>
                        <a:t>MVP Functional Completeness</a:t>
                      </a:r>
                      <a:endParaRPr lang="en-IN" sz="1200" b="1" i="0" u="none" strike="noStrike">
                        <a:solidFill>
                          <a:srgbClr val="000000"/>
                        </a:solidFill>
                        <a:effectLst/>
                        <a:latin typeface="Arial" panose="020B0604020202020204" pitchFamily="34" charset="0"/>
                      </a:endParaRPr>
                    </a:p>
                  </a:txBody>
                  <a:tcPr marL="6350" marR="6350" marT="6350" marB="0"/>
                </a:tc>
                <a:tc>
                  <a:txBody>
                    <a:bodyPr/>
                    <a:lstStyle/>
                    <a:p>
                      <a:pPr algn="l" fontAlgn="t">
                        <a:buNone/>
                      </a:pPr>
                      <a:r>
                        <a:rPr lang="en-US" sz="1200" u="none" strike="noStrike" dirty="0">
                          <a:effectLst/>
                        </a:rPr>
                        <a:t>A fully functional end-to-end MVP with a demonstrable core user journey, handled edge cases, and demo readiness.</a:t>
                      </a:r>
                      <a:endParaRPr lang="en-US" sz="1200" b="0" i="0" u="none" strike="noStrike" dirty="0">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3750237637"/>
                  </a:ext>
                </a:extLst>
              </a:tr>
              <a:tr h="457200">
                <a:tc>
                  <a:txBody>
                    <a:bodyPr/>
                    <a:lstStyle/>
                    <a:p>
                      <a:pPr algn="l" fontAlgn="t">
                        <a:buNone/>
                      </a:pPr>
                      <a:r>
                        <a:rPr lang="en-IN" sz="1200" u="none" strike="noStrike">
                          <a:effectLst/>
                        </a:rPr>
                        <a:t>Technical Design &amp; Architecture</a:t>
                      </a:r>
                      <a:endParaRPr lang="en-IN" sz="1200" b="1" i="0" u="none" strike="noStrike">
                        <a:solidFill>
                          <a:srgbClr val="000000"/>
                        </a:solidFill>
                        <a:effectLst/>
                        <a:latin typeface="Arial" panose="020B0604020202020204" pitchFamily="34" charset="0"/>
                      </a:endParaRPr>
                    </a:p>
                  </a:txBody>
                  <a:tcPr marL="6350" marR="6350" marT="6350" marB="0"/>
                </a:tc>
                <a:tc>
                  <a:txBody>
                    <a:bodyPr/>
                    <a:lstStyle/>
                    <a:p>
                      <a:pPr algn="l" fontAlgn="t">
                        <a:buNone/>
                      </a:pPr>
                      <a:r>
                        <a:rPr lang="en-US" sz="1200" u="none" strike="noStrike" dirty="0">
                          <a:effectLst/>
                        </a:rPr>
                        <a:t>A clean, modular, and scalable architecture with documented design decisions and demonstrated scalability considerations.</a:t>
                      </a:r>
                      <a:endParaRPr lang="en-US" sz="1200" b="0" i="0" u="none" strike="noStrike" dirty="0">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1666434088"/>
                  </a:ext>
                </a:extLst>
              </a:tr>
              <a:tr h="457200">
                <a:tc>
                  <a:txBody>
                    <a:bodyPr/>
                    <a:lstStyle/>
                    <a:p>
                      <a:pPr algn="l" fontAlgn="t">
                        <a:buNone/>
                      </a:pPr>
                      <a:r>
                        <a:rPr lang="en-US" sz="1200" u="none" strike="noStrike">
                          <a:effectLst/>
                        </a:rPr>
                        <a:t>Use of AWS / GenAI Capabilities</a:t>
                      </a:r>
                      <a:endParaRPr lang="en-US" sz="1200" b="1" i="0" u="none" strike="noStrike">
                        <a:solidFill>
                          <a:srgbClr val="000000"/>
                        </a:solidFill>
                        <a:effectLst/>
                        <a:latin typeface="Arial" panose="020B0604020202020204" pitchFamily="34" charset="0"/>
                      </a:endParaRPr>
                    </a:p>
                  </a:txBody>
                  <a:tcPr marL="6350" marR="6350" marT="6350" marB="0"/>
                </a:tc>
                <a:tc>
                  <a:txBody>
                    <a:bodyPr/>
                    <a:lstStyle/>
                    <a:p>
                      <a:pPr algn="l" fontAlgn="t">
                        <a:buNone/>
                      </a:pPr>
                      <a:r>
                        <a:rPr lang="en-US" sz="1200" u="none" strike="noStrike" dirty="0">
                          <a:effectLst/>
                        </a:rPr>
                        <a:t>Thoughtful, value-adding integration of AWS services (Bedrock, Agents, Q, Kiro IDE) where GenAI meaningfully enhances core functionality.</a:t>
                      </a:r>
                      <a:br>
                        <a:rPr lang="en-US" sz="1200" u="none" strike="noStrike" dirty="0">
                          <a:effectLst/>
                        </a:rPr>
                      </a:br>
                      <a:r>
                        <a:rPr lang="en-US" sz="1200" u="none" strike="noStrike" dirty="0">
                          <a:effectLst/>
                        </a:rPr>
                        <a:t>AWS is not mandatory but good if they have used understand its applicability. </a:t>
                      </a:r>
                      <a:endParaRPr lang="en-US" sz="1200" b="0" i="0" u="none" strike="noStrike" dirty="0">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3668911977"/>
                  </a:ext>
                </a:extLst>
              </a:tr>
              <a:tr h="457200">
                <a:tc>
                  <a:txBody>
                    <a:bodyPr/>
                    <a:lstStyle/>
                    <a:p>
                      <a:pPr algn="l" fontAlgn="t">
                        <a:buNone/>
                      </a:pPr>
                      <a:r>
                        <a:rPr lang="en-IN" sz="1200" u="none" strike="noStrike">
                          <a:effectLst/>
                        </a:rPr>
                        <a:t>Quality of Demo &amp; Presentation</a:t>
                      </a:r>
                      <a:endParaRPr lang="en-IN" sz="1200" b="1" i="0" u="none" strike="noStrike">
                        <a:solidFill>
                          <a:srgbClr val="000000"/>
                        </a:solidFill>
                        <a:effectLst/>
                        <a:latin typeface="Arial" panose="020B0604020202020204" pitchFamily="34" charset="0"/>
                      </a:endParaRPr>
                    </a:p>
                  </a:txBody>
                  <a:tcPr marL="6350" marR="6350" marT="6350" marB="0"/>
                </a:tc>
                <a:tc>
                  <a:txBody>
                    <a:bodyPr/>
                    <a:lstStyle/>
                    <a:p>
                      <a:pPr algn="l" fontAlgn="t">
                        <a:buNone/>
                      </a:pPr>
                      <a:r>
                        <a:rPr lang="en-US" sz="1200" u="none" strike="noStrike" dirty="0">
                          <a:effectLst/>
                        </a:rPr>
                        <a:t>A crisp, well-structured demo with confident Q&amp;A covering both technical and business perspectives.</a:t>
                      </a:r>
                      <a:endParaRPr lang="en-US" sz="1200" b="0" i="0" u="none" strike="noStrike" dirty="0">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2126950834"/>
                  </a:ext>
                </a:extLst>
              </a:tr>
              <a:tr h="457200">
                <a:tc>
                  <a:txBody>
                    <a:bodyPr/>
                    <a:lstStyle/>
                    <a:p>
                      <a:pPr algn="l" fontAlgn="t">
                        <a:buNone/>
                      </a:pPr>
                      <a:r>
                        <a:rPr lang="en-IN" sz="1200" u="none" strike="noStrike" dirty="0">
                          <a:effectLst/>
                        </a:rPr>
                        <a:t>Business Impact &amp; Scalability</a:t>
                      </a:r>
                      <a:endParaRPr lang="en-IN" sz="1200" b="1" i="0" u="none" strike="noStrike" dirty="0">
                        <a:solidFill>
                          <a:srgbClr val="000000"/>
                        </a:solidFill>
                        <a:effectLst/>
                        <a:latin typeface="Arial" panose="020B0604020202020204" pitchFamily="34" charset="0"/>
                      </a:endParaRPr>
                    </a:p>
                  </a:txBody>
                  <a:tcPr marL="6350" marR="6350" marT="6350" marB="0"/>
                </a:tc>
                <a:tc>
                  <a:txBody>
                    <a:bodyPr/>
                    <a:lstStyle/>
                    <a:p>
                      <a:pPr algn="l" fontAlgn="t">
                        <a:buNone/>
                      </a:pPr>
                      <a:r>
                        <a:rPr lang="en-US" sz="1200" u="none" strike="noStrike" dirty="0">
                          <a:effectLst/>
                        </a:rPr>
                        <a:t>A strong business case with a clear deployment path, compelling ROI narrative, and a credible phased roadmap beyond the hackathon.</a:t>
                      </a:r>
                      <a:endParaRPr lang="en-US" sz="1200" b="0" i="0" u="none" strike="noStrike" dirty="0">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754408019"/>
                  </a:ext>
                </a:extLst>
              </a:tr>
              <a:tr h="457200">
                <a:tc gridSpan="2">
                  <a:txBody>
                    <a:bodyPr/>
                    <a:lstStyle/>
                    <a:p>
                      <a:pPr algn="ctr" fontAlgn="ctr">
                        <a:buNone/>
                      </a:pPr>
                      <a:endParaRPr lang="en-US" sz="1200" b="1" i="0" u="none" strike="noStrike" dirty="0">
                        <a:solidFill>
                          <a:srgbClr val="000000"/>
                        </a:solidFill>
                        <a:effectLst/>
                        <a:latin typeface="Arial" panose="020B0604020202020204" pitchFamily="34" charset="0"/>
                      </a:endParaRPr>
                    </a:p>
                  </a:txBody>
                  <a:tcPr marL="6350" marR="6350" marT="6350" marB="0" anchor="ctr"/>
                </a:tc>
                <a:tc hMerge="1">
                  <a:txBody>
                    <a:bodyPr/>
                    <a:lstStyle/>
                    <a:p>
                      <a:endParaRPr lang="en-IN"/>
                    </a:p>
                  </a:txBody>
                  <a:tcPr/>
                </a:tc>
                <a:extLst>
                  <a:ext uri="{0D108BD9-81ED-4DB2-BD59-A6C34878D82A}">
                    <a16:rowId xmlns:a16="http://schemas.microsoft.com/office/drawing/2014/main" val="3709905016"/>
                  </a:ext>
                </a:extLst>
              </a:tr>
            </a:tbl>
          </a:graphicData>
        </a:graphic>
      </p:graphicFrame>
    </p:spTree>
    <p:extLst>
      <p:ext uri="{BB962C8B-B14F-4D97-AF65-F5344CB8AC3E}">
        <p14:creationId xmlns:p14="http://schemas.microsoft.com/office/powerpoint/2010/main" val="162177112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Cognizant Colors">
      <a:dk1>
        <a:srgbClr val="000048"/>
      </a:dk1>
      <a:lt1>
        <a:srgbClr val="FFFFFF"/>
      </a:lt1>
      <a:dk2>
        <a:srgbClr val="000048"/>
      </a:dk2>
      <a:lt2>
        <a:srgbClr val="FFFFFF"/>
      </a:lt2>
      <a:accent1>
        <a:srgbClr val="000048"/>
      </a:accent1>
      <a:accent2>
        <a:srgbClr val="2E308E"/>
      </a:accent2>
      <a:accent3>
        <a:srgbClr val="2F78C4"/>
      </a:accent3>
      <a:accent4>
        <a:srgbClr val="92BBE6"/>
      </a:accent4>
      <a:accent5>
        <a:srgbClr val="06C7CC"/>
      </a:accent5>
      <a:accent6>
        <a:srgbClr val="000048"/>
      </a:accent6>
      <a:hlink>
        <a:srgbClr val="91B9E5"/>
      </a:hlink>
      <a:folHlink>
        <a:srgbClr val="2F78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1655602_MKTG_GBC_PPT-Main Template_062923_Final" id="{2379A8A4-C99D-DF46-9C1A-97F0019C8E83}" vid="{405A1980-278A-4F4F-ADCD-F119F604A48F}"/>
    </a:ext>
  </a:extLst>
</a:theme>
</file>

<file path=ppt/theme/theme2.xml><?xml version="1.0" encoding="utf-8"?>
<a:theme xmlns:a="http://schemas.openxmlformats.org/drawingml/2006/main" name="2_Office Theme">
  <a:themeElements>
    <a:clrScheme name="Cognizant Colors">
      <a:dk1>
        <a:srgbClr val="000048"/>
      </a:dk1>
      <a:lt1>
        <a:srgbClr val="FFFFFF"/>
      </a:lt1>
      <a:dk2>
        <a:srgbClr val="000048"/>
      </a:dk2>
      <a:lt2>
        <a:srgbClr val="FFFFFF"/>
      </a:lt2>
      <a:accent1>
        <a:srgbClr val="000048"/>
      </a:accent1>
      <a:accent2>
        <a:srgbClr val="2E308E"/>
      </a:accent2>
      <a:accent3>
        <a:srgbClr val="2F78C4"/>
      </a:accent3>
      <a:accent4>
        <a:srgbClr val="92BBE6"/>
      </a:accent4>
      <a:accent5>
        <a:srgbClr val="06C7CC"/>
      </a:accent5>
      <a:accent6>
        <a:srgbClr val="000048"/>
      </a:accent6>
      <a:hlink>
        <a:srgbClr val="91B9E5"/>
      </a:hlink>
      <a:folHlink>
        <a:srgbClr val="2F78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1655602_MKTG_GBC_PPT-Main Template_062923_Final" id="{2379A8A4-C99D-DF46-9C1A-97F0019C8E83}" vid="{405A1980-278A-4F4F-ADCD-F119F604A48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0E60DD53B08764D9FBA21DBED3214CC" ma:contentTypeVersion="22" ma:contentTypeDescription="Create a new document." ma:contentTypeScope="" ma:versionID="3dd4086fc227d84930da0763be3e0042">
  <xsd:schema xmlns:xsd="http://www.w3.org/2001/XMLSchema" xmlns:xs="http://www.w3.org/2001/XMLSchema" xmlns:p="http://schemas.microsoft.com/office/2006/metadata/properties" xmlns:ns2="0a84972d-ef8c-45a9-9686-55cfd8231be0" xmlns:ns3="1eec79b3-321e-4dfa-8d23-6bc73fc62350" xmlns:ns4="3c35e321-f73a-4dae-ae38-a0459de24735" targetNamespace="http://schemas.microsoft.com/office/2006/metadata/properties" ma:root="true" ma:fieldsID="d8be992cee903fad960eda9f235136ae" ns2:_="" ns3:_="" ns4:_="">
    <xsd:import namespace="0a84972d-ef8c-45a9-9686-55cfd8231be0"/>
    <xsd:import namespace="1eec79b3-321e-4dfa-8d23-6bc73fc62350"/>
    <xsd:import namespace="3c35e321-f73a-4dae-ae38-a0459de2473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lcf76f155ced4ddcb4097134ff3c332f" minOccurs="0"/>
                <xsd:element ref="ns4:TaxCatchAll" minOccurs="0"/>
                <xsd:element ref="ns2:_Flow_SignoffStatus" minOccurs="0"/>
                <xsd:element ref="ns2:MediaServiceObjectDetectorVersions" minOccurs="0"/>
                <xsd:element ref="ns2:MediaServiceSearchProperties" minOccurs="0"/>
                <xsd:element ref="ns2:Source" minOccurs="0"/>
                <xsd:element ref="ns2:MediaServiceBillingMetadata" minOccurs="0"/>
                <xsd:element ref="ns2:M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84972d-ef8c-45a9-9686-55cfd8231b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Sign-off status" ma:internalName="Sign_x002d_off_x0020_status">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Source" ma:index="27" nillable="true" ma:displayName="Source" ma:format="Dropdown" ma:internalName="Source">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element name="MM" ma:index="29" nillable="true" ma:displayName="MM" ma:format="DateOnly" ma:internalName="MM">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eec79b3-321e-4dfa-8d23-6bc73fc6235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c35e321-f73a-4dae-ae38-a0459de24735"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4a3e1da5-f246-4675-b38f-a7f514a07e2f}" ma:internalName="TaxCatchAll" ma:showField="CatchAllData" ma:web="1eec79b3-321e-4dfa-8d23-6bc73fc623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ource xmlns="0a84972d-ef8c-45a9-9686-55cfd8231be0" xsi:nil="true"/>
    <MM xmlns="0a84972d-ef8c-45a9-9686-55cfd8231be0" xsi:nil="true"/>
    <_Flow_SignoffStatus xmlns="0a84972d-ef8c-45a9-9686-55cfd8231be0" xsi:nil="true"/>
    <lcf76f155ced4ddcb4097134ff3c332f xmlns="0a84972d-ef8c-45a9-9686-55cfd8231be0">
      <Terms xmlns="http://schemas.microsoft.com/office/infopath/2007/PartnerControls"/>
    </lcf76f155ced4ddcb4097134ff3c332f>
    <TaxCatchAll xmlns="3c35e321-f73a-4dae-ae38-a0459de24735" xsi:nil="true"/>
  </documentManagement>
</p:properties>
</file>

<file path=customXml/itemProps1.xml><?xml version="1.0" encoding="utf-8"?>
<ds:datastoreItem xmlns:ds="http://schemas.openxmlformats.org/officeDocument/2006/customXml" ds:itemID="{3E3E83F0-6E45-4BB2-99A3-73A594F63EE7}">
  <ds:schemaRefs>
    <ds:schemaRef ds:uri="http://schemas.microsoft.com/sharepoint/v3/contenttype/forms"/>
  </ds:schemaRefs>
</ds:datastoreItem>
</file>

<file path=customXml/itemProps2.xml><?xml version="1.0" encoding="utf-8"?>
<ds:datastoreItem xmlns:ds="http://schemas.openxmlformats.org/officeDocument/2006/customXml" ds:itemID="{DB24D5D3-2BE3-4278-95F2-2A2616C3DA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84972d-ef8c-45a9-9686-55cfd8231be0"/>
    <ds:schemaRef ds:uri="1eec79b3-321e-4dfa-8d23-6bc73fc62350"/>
    <ds:schemaRef ds:uri="3c35e321-f73a-4dae-ae38-a0459de247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11035EC-6D18-44A4-BB42-C9DEBF2D5983}">
  <ds:schemaRefs>
    <ds:schemaRef ds:uri="0a84972d-ef8c-45a9-9686-55cfd8231be0"/>
    <ds:schemaRef ds:uri="3c35e321-f73a-4dae-ae38-a0459de24735"/>
    <ds:schemaRef ds:uri="http://schemas.microsoft.com/office/2006/metadata/properties"/>
    <ds:schemaRef ds:uri="http://schemas.microsoft.com/office/2006/documentManagement/types"/>
    <ds:schemaRef ds:uri="http://schemas.openxmlformats.org/package/2006/metadata/core-properties"/>
    <ds:schemaRef ds:uri="1eec79b3-321e-4dfa-8d23-6bc73fc62350"/>
    <ds:schemaRef ds:uri="http://purl.org/dc/elements/1.1/"/>
    <ds:schemaRef ds:uri="http://www.w3.org/XML/1998/namespace"/>
    <ds:schemaRef ds:uri="http://purl.org/dc/dcmitype/"/>
    <ds:schemaRef ds:uri="http://purl.org/dc/terms/"/>
    <ds:schemaRef ds:uri="http://schemas.microsoft.com/office/infopath/2007/PartnerControls"/>
  </ds:schemaRefs>
</ds:datastoreItem>
</file>

<file path=docMetadata/LabelInfo.xml><?xml version="1.0" encoding="utf-8"?>
<clbl:labelList xmlns:clbl="http://schemas.microsoft.com/office/2020/mipLabelMetadata">
  <clbl:label id="{de08c407-19b9-427d-9fe8-edf254300ca7}" enabled="0" method="" siteId="{de08c407-19b9-427d-9fe8-edf254300ca7}" removed="1"/>
</clbl:labelList>
</file>

<file path=docProps/app.xml><?xml version="1.0" encoding="utf-8"?>
<Properties xmlns="http://schemas.openxmlformats.org/officeDocument/2006/extended-properties" xmlns:vt="http://schemas.openxmlformats.org/officeDocument/2006/docPropsVTypes">
  <Template/>
  <TotalTime>6552</TotalTime>
  <Words>1083</Words>
  <Application>Microsoft Office PowerPoint</Application>
  <PresentationFormat>Widescreen</PresentationFormat>
  <Paragraphs>143</Paragraphs>
  <Slides>8</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15</vt:lpstr>
      <vt:lpstr>Arial</vt:lpstr>
      <vt:lpstr>Calibri</vt:lpstr>
      <vt:lpstr>Cambria</vt:lpstr>
      <vt:lpstr>Gellix</vt:lpstr>
      <vt:lpstr>Segoe UI</vt:lpstr>
      <vt:lpstr>1_Office Theme</vt:lpstr>
      <vt:lpstr>2_Office Theme</vt:lpstr>
      <vt:lpstr>MVP Presentation: catch me if you       can  </vt:lpstr>
      <vt:lpstr>PowerPoint Presentation</vt:lpstr>
      <vt:lpstr>PowerPoint Presentation</vt:lpstr>
      <vt:lpstr>PowerPoint Presentation</vt:lpstr>
      <vt:lpstr>PowerPoint Presentation</vt:lpstr>
      <vt:lpstr>Github link: https://github.com/Akashrana1001/Green_ledger-main  Deployed link: https://production.d14yks62cq1zmx.amplifyapp.com </vt:lpstr>
      <vt:lpstr>Thank you</vt:lpstr>
      <vt:lpstr>For student’s consumption : Technoverse – MVP Evaluation Criteria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Bluebolt Excellence Awards 2025 FAQ Document</dc:title>
  <dc:subject/>
  <dc:creator>Welcome</dc:creator>
  <cp:keywords/>
  <dc:description/>
  <cp:lastModifiedBy>Welcome</cp:lastModifiedBy>
  <cp:revision>15</cp:revision>
  <dcterms:created xsi:type="dcterms:W3CDTF">2022-04-01T05:31:57Z</dcterms:created>
  <dcterms:modified xsi:type="dcterms:W3CDTF">2026-05-07T05:41:20Z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Rejected By">
    <vt:lpwstr/>
  </property>
  <property fmtid="{D5CDD505-2E9C-101B-9397-08002B2CF9AE}" pid="4" name="Will our competitors be interested in acquiring the information shared in this document?">
    <vt:lpwstr>Little or no chance</vt:lpwstr>
  </property>
  <property fmtid="{D5CDD505-2E9C-101B-9397-08002B2CF9AE}" pid="5" name="Criticality">
    <vt:lpwstr>C3</vt:lpwstr>
  </property>
  <property fmtid="{D5CDD505-2E9C-101B-9397-08002B2CF9AE}" pid="6" name="Last Updated By">
    <vt:lpwstr>717;#717</vt:lpwstr>
  </property>
  <property fmtid="{D5CDD505-2E9C-101B-9397-08002B2CF9AE}" pid="7" name="ContentTypeId">
    <vt:lpwstr>0x010100C0E60DD53B08764D9FBA21DBED3214CC</vt:lpwstr>
  </property>
  <property fmtid="{D5CDD505-2E9C-101B-9397-08002B2CF9AE}" pid="8" name="PreviousFeatured">
    <vt:lpwstr>Approved-False</vt:lpwstr>
  </property>
  <property fmtid="{D5CDD505-2E9C-101B-9397-08002B2CF9AE}" pid="9" name="Approved Date">
    <vt:filetime>2025-12-22T13:28:00Z</vt:filetime>
  </property>
  <property fmtid="{D5CDD505-2E9C-101B-9397-08002B2CF9AE}" pid="10" name="Approved By">
    <vt:lpwstr>717;#717</vt:lpwstr>
  </property>
</Properties>
</file>